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316" r:id="rId6"/>
    <p:sldId id="260" r:id="rId7"/>
    <p:sldId id="307" r:id="rId8"/>
    <p:sldId id="266" r:id="rId9"/>
    <p:sldId id="301" r:id="rId10"/>
    <p:sldId id="302" r:id="rId11"/>
    <p:sldId id="303" r:id="rId12"/>
    <p:sldId id="309" r:id="rId13"/>
    <p:sldId id="271" r:id="rId14"/>
    <p:sldId id="272" r:id="rId15"/>
    <p:sldId id="273" r:id="rId16"/>
    <p:sldId id="276" r:id="rId17"/>
    <p:sldId id="281" r:id="rId18"/>
    <p:sldId id="282" r:id="rId19"/>
    <p:sldId id="310" r:id="rId20"/>
    <p:sldId id="311" r:id="rId21"/>
    <p:sldId id="287" r:id="rId22"/>
    <p:sldId id="291" r:id="rId23"/>
    <p:sldId id="295" r:id="rId24"/>
    <p:sldId id="296" r:id="rId25"/>
    <p:sldId id="286" r:id="rId26"/>
    <p:sldId id="300" r:id="rId27"/>
    <p:sldId id="304" r:id="rId28"/>
    <p:sldId id="312" r:id="rId29"/>
    <p:sldId id="305" r:id="rId30"/>
    <p:sldId id="314" r:id="rId31"/>
    <p:sldId id="315" r:id="rId32"/>
    <p:sldId id="31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454F"/>
    <a:srgbClr val="FCFCFC"/>
    <a:srgbClr val="F7F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DE3AFA-34DE-4B1F-9210-DFB83EBA7029}" v="2395" dt="2024-07-22T15:57:21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2:40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117 112 24575,'1'1'0,"-1"-1"0,0 1 0,1-1 0,-1 0 0,0 1 0,1-1 0,-1 0 0,1 1 0,-1-1 0,1 0 0,-1 1 0,1-1 0,-1 0 0,1 0 0,-1 0 0,1 1 0,-1-1 0,1 0 0,-1 0 0,1 0 0,-1 0 0,1 0 0,-1 0 0,1 0 0,-1 0 0,1 0 0,0 0 0,-1 0 0,1-1 0,-1 1 0,1 0 0,-1 0 0,1 0 0,-1-1 0,1 1 0,-1 0 0,0-1 0,1 1 0,-1 0 0,1-1 0,-1 1 0,0 0 0,1-1 0,-1 1 0,0-1 0,1 1 0,-1-1 0,0 1 0,0-1 0,1 1 0,-1-1 0,0 1 0,0-1 0,0 1 0,0-1 0,0 1 0,0-1 0,0 1 0,0-1 0,0 0 0,0 1 0,0-1 0,0 0 0,0 0 0,0 0 0,0 0 0,0 0 0,0 0 0,0 0 0,0 0 0,0 0 0,-1 0 0,1 0 0,0 0 0,-1 0 0,1 0 0,-1 0 0,1 0 0,-1 0 0,1 0 0,-1 1 0,1-1 0,-1 0 0,0 0 0,1 1 0,-3-2 0,3 2 0,-1 0 0,1-1 0,-1 1 0,0 0 0,1 0 0,-1 0 0,0 0 0,1 0 0,-1 0 0,0 0 0,1 1 0,-1-1 0,1 0 0,-1 0 0,0 0 0,1 1 0,-1-1 0,1 0 0,-1 1 0,1-1 0,-1 0 0,1 1 0,-1-1 0,0 1 0,0 0 0,1-1 0,-1 0 0,1 1 0,-1-1 0,1 1 0,-1-1 0,0 1 0,1 0 0,0-1 0,-1 1 0,1 0 0,-1-1 0,1 1 0,0 0 0,0-1 0,-1 1 0,1 0 0,0-1 0,0 1 0,0 0 0,0 0 0,0-1 0,0 1 0,0 0 0,0 0 0,0-1 0,0 1 0,0 0 0,0 0 0,0-1 0,1 1 0,-1 0 0,0 0 0,1-1 0,-1 1 0,0-1 0,1 1 0,-1 0 0,1-1 0,-1 1 0,1-1 0,-1 1 0,1-1 0,-1 1 0,1-1 0,0 1 0,-1-1 0,1 0 0,0 1 0,0-1 0,-1 1 0,0-1 0,0 0 0,0 0 0,1 0 0,-1 0 0,0 0 0,0 0 0,0 0 0,0 0 0,0 0 0,0 0 0,0 0 0,0 1 0,1-1 0,-1 0 0,0 0 0,0 0 0,0 0 0,0 0 0,0 0 0,0 0 0,1 0 0,-1 0 0,0 0 0,0 0 0,0 0 0,0 0 0,0 0 0,0 0 0,1 0 0,-1 0 0,0 0 0,0-1 0,0 1 0,0 0 0,0 0 0,0 0 0,0 0 0,1 0 0,-1 0 0,0 0 0,0 0 0,0 0 0,0 0 0,0-1 0,0 1 0,0 0 0,0 0 0,0 0 0,0 0 0,0 0 0,0 0 0,0 0 0,0-1 0,0 1 0,1 0 0,-1 0 0,0 0 0,0 0 0,0 0 0,0 0 0,-1-1 0,1 1 0,0 0 0,0 0 0,0 0 0,0 0 0,-6-11 0,-1 7 0,11 18 0,0-4 0,6 15 0,-10-25 0,1 0 0,-1 1 0,0-1 0,1 0 0,-1 1 0,0-1 0,1 0 0,-1 1 0,1-1 0,-1 0 0,0 0 0,1 1 0,-1-1 0,1 0 0,-1 0 0,1 0 0,-1 0 0,1 0 0,-1 1 0,1-1 0,-1 0 0,1 0 0,-1 0 0,1 0 0,-1-1 0,0 1 0,1 0 0,-1 0 0,1 0 0,-1 0 0,1 0 0,-1-1 0,1 1 0,-1 0 0,1 0 0,-1-1 0,0 1 0,1 0 0,-1 0 0,0-1 0,1 1 0,-1-1 0,0 1 0,1 0 0,-1-2 0,1 2 0,-1 0 0,0 0 0,0-1 0,1 1 0,-1 0 0,0-1 0,0 1 0,1 0 0,-1-1 0,0 1 0,0 0 0,0-1 0,0 1 0,0-1 0,0 1 0,1 0 0,-1-1 0,0 1 0,0-1 0,0 1 0,0 0 0,0-1 0,-1 1 0,1-1 0,0 1 0,0 0 0,0-1 0,0 1 0,0 0 0,0-1 0,-1 1 0,1 0 0,0-1 0,0 1 0,-1 0 0,1-1 0,-18-11 0,-20-2 0,15 15 0,19 1 0,11-3 0,-7 1 0,0 0 0,0 0 0,0 0 0,0 0 0,0 0 0,-1 0 0,1 0 0,0 0 0,0 0 0,0 0 0,0 0 0,0 0 0,0 0 0,0 0 0,0 0 0,-1 0 0,1 0 0,0 0 0,0 0 0,0 0 0,0 0 0,0 0 0,0 0 0,0 0 0,0 0 0,-1 0 0,1 0 0,0 0 0,0 0 0,0 0 0,0 0 0,0-1 0,0 1 0,0 0 0,0 0 0,0 0 0,0 0 0,0 0 0,0 0 0,0 0 0,0 0 0,-1 0 0,1-1 0,0 1 0,0 0 0,0 0 0,0 0 0,0 0 0,0 0 0,0-1 0,-1 3 0,12 4 0,-2-3 0,0 0 0,1-1 0,-1 0 0,1-1 0,-1 0 0,1 0 0,0-1 0,-1 0 0,15-2 0,-21 2 0,-1-1 0,0 1 0,1 0 0,-1-1 0,0 1 0,1-1 0,-1 0 0,0 0 0,0 1 0,0-2 0,0 1 0,0 0 0,0 0 0,0-1 0,0 1 0,0-1 0,-1 1 0,1-1 0,-1 0 0,1 0 0,-1 1 0,1-1 0,-1 0 0,0 0 0,0-1 0,0 1 0,0 0 0,-1 0 0,1 0 0,0-1 0,-1 1 0,0 0 0,1-1 0,-1 1 0,0 0 0,0-1 0,0 1 0,-1 0 0,1-1 0,-1 1 0,1 0 0,-1 0 0,-1-5 0,0 4 0,1 0 0,-1 0 0,0 1 0,0-1 0,0 0 0,0 1 0,-1 0 0,1-1 0,-1 1 0,1 0 0,-1 0 0,0 0 0,1 1 0,-1-1 0,0 1 0,0-1 0,-1 1 0,1 0 0,0 0 0,0 1 0,-7-2 0,4 1 0,-1 0 0,0 0 0,1 1 0,-1 0 0,1 0 0,-1 1 0,0-1 0,1 1 0,-1 1 0,-7 2 0,12-3 0,0 0 0,0 0 0,0 0 0,0 1 0,1-1 0,-1 1 0,0-1 0,1 1 0,-1-1 0,1 1 0,-1 0 0,1 0 0,0 0 0,0 0 0,0 0 0,0 0 0,0 0 0,1 0 0,-1 0 0,0 0 0,1 0 0,0 1 0,-1-1 0,1 0 0,0 0 0,0 4 0,0-5 0,1 1 0,-1 0 0,0 0 0,0-1 0,1 1 0,-1 0 0,1 0 0,0-1 0,-1 1 0,1 0 0,0-1 0,0 1 0,0-1 0,0 1 0,0-1 0,0 0 0,1 1 0,-1-1 0,0 0 0,1 0 0,-1 0 0,1 0 0,-1 0 0,1 0 0,-1 0 0,1-1 0,0 1 0,-1 0 0,1-1 0,0 1 0,0-1 0,2 0 0,51-4 0,-33-6 0,-21 9 0,-1 1 0,0-1 0,0 0 0,0 1 0,0-1 0,0 1 0,0-1 0,0 1 0,0-1 0,0 0 0,0 1 0,0-1 0,0 1 0,0-1 0,0 0 0,-1 1 0,1-1 0,0 1 0,0-1 0,-1 1 0,1-1 0,0 1 0,-1-1 0,1 1 0,0-1 0,-1 1 0,1 0 0,-1-1 0,1 1 0,-1 0 0,1-1 0,-1 1 0,1 0 0,-1-1 0,1 1 0,-2 0 0,-3-3 0,0 0 0,0 1 0,-1 0 0,1 0 0,-1 0 0,1 0 0,-1 1 0,0 0 0,1 0 0,-1 1 0,0 0 0,0 0 0,1 0 0,-1 0 0,0 1 0,-9 2 0,13-2 0,-1 0 0,1-1 0,0 1 0,-1 0 0,1 0 0,0 0 0,0 0 0,0 1 0,0-1 0,0 0 0,0 1 0,0 0 0,0-1 0,0 1 0,1 0 0,-1 0 0,1 0 0,-1 0 0,1 0 0,0 0 0,0 0 0,0 1 0,0-1 0,0 0 0,1 1 0,-1-1 0,0 1 0,1-1 0,0 0 0,0 1 0,0-1 0,0 1 0,0-1 0,0 1 0,1-1 0,-1 1 0,1-1 0,-1 0 0,1 1 0,2 3 0,-2-4 0,1 1 0,-1-1 0,0 0 0,1 0 0,0 0 0,-1 0 0,1-1 0,0 1 0,0 0 0,0-1 0,0 1 0,0-1 0,0 0 0,0 0 0,1 0 0,-1 0 0,0 0 0,1 0 0,-1 0 0,1-1 0,-1 1 0,1-1 0,4 0 0,69-1 0,-47-1 0,-28 3 0,1-1 0,-1 0 0,0 0 0,0 0 0,0 0 0,0 0 0,1 0 0,-1 0 0,0 0 0,0 0 0,0 0 0,0-1 0,0 1 0,1 0 0,-1-1 0,0 1 0,0-1 0,0 1 0,0-1 0,0 0 0,0 1 0,-1-1 0,2-1 0,-2 1 0,-1 0 0,1 0 0,-1 0 0,1 0 0,-1 0 0,0 0 0,0 0 0,1 1 0,-1-1 0,0 0 0,0 0 0,0 1 0,0-1 0,0 0 0,0 1 0,0-1 0,-2 0 0,-57-24 0,50 22 0,0 1 0,-1 0 0,1 1 0,0 0 0,-1 0 0,1 1 0,0 1 0,-1 0 0,-18 4 0,28-5 0,1 0 0,-1 0 0,1 0 0,-1 0 0,0 0 0,1 1 0,-1-1 0,1 0 0,-1 0 0,1 1 0,-1-1 0,1 0 0,0 1 0,-1-1 0,1 0 0,-1 1 0,1-1 0,0 1 0,-1-1 0,1 1 0,0-1 0,-1 1 0,1-1 0,0 1 0,0-1 0,-1 1 0,1-1 0,0 1 0,0 0 0,0-1 0,0 1 0,0-1 0,0 1 0,0-1 0,0 2 0,16 14 0,-10-13 0,0 1 0,0-2 0,0 1 0,0 0 0,11 2 0,18-10 0,-26-2 0,-23-1 0,1 7 0,18 10 0,20 10 0,-12-16 0,0-1 0,0 0 0,0-1 0,0-1 0,22-1 0,-27 0 0,-6 1-24,-4 0 81,-5 0-1455,-2 0-5428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2:49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505 128 24575,'0'7'0,"0"-13"0,0-29 0,0 26 0,0-1 0,-1 1 0,0-1 0,-1 1 0,0-1 0,0 1 0,-5-10 0,7 19 0,0-1 0,-1 0 0,1 1 0,-1-1 0,1 1 0,-1-1 0,1 1 0,-1-1 0,1 1 0,-1 0 0,1-1 0,-1 1 0,1-1 0,-1 1 0,0 0 0,1 0 0,-1-1 0,0 1 0,1 0 0,-1 0 0,0 0 0,1 0 0,-1 0 0,0 0 0,0 0 0,1 0 0,-1 0 0,0 0 0,1 0 0,-1 0 0,0 0 0,1 1 0,-2-1 0,-23 21 0,23-19 0,0 1 0,0-1 0,0 1 0,0-1 0,1 1 0,-1 0 0,1 0 0,-1 0 0,1 0 0,0 0 0,0 0 0,0 0 0,1 0 0,-1 0 0,1 0 0,0 0 0,0 6 0,0-9 0,1 1 0,-1 0 0,1 0 0,0 0 0,-1-1 0,1 1 0,0 0 0,-1-1 0,1 1 0,0 0 0,0-1 0,0 1 0,0-1 0,-1 0 0,1 1 0,0-1 0,0 0 0,0 1 0,0-1 0,0 0 0,0 0 0,0 0 0,0 0 0,0 0 0,0 0 0,0 0 0,0 0 0,0 0 0,0 0 0,0 0 0,0-1 0,-1 1 0,2-1 0,0 1 0,0-1 0,0 0 0,-1 0 0,1 1 0,-1-1 0,1 0 0,-1 0 0,1-1 0,-1 1 0,1 0 0,-1 0 0,0-1 0,0 1 0,0-1 0,2-2 0,-3 4 0,0 1 0,-1-1 0,1 1 0,0 0 0,-1-1 0,1 1 0,0 0 0,0 0 0,0-1 0,0 1 0,0 0 0,0-1 0,0 1 0,0 0 0,0 0 0,0-1 0,0 1 0,0 0 0,0-1 0,0 1 0,1 0 0,-1-1 0,0 1 0,1 0 0,-1-1 0,0 1 0,1 0 0,-1-1 0,1 1 0,-1-1 0,1 1 0,-1-1 0,1 1 0,-1-1 0,1 1 0,0-1 0,-1 0 0,1 1 0,0-1 0,0 1 0,36 4 0,-33-5 0,-1 0 0,0 0 0,0 0 0,0 1 0,1-1 0,-1 1 0,0 0 0,5 2 0,-15 0 0,1 0 0,-1 1 0,1 0 0,0 0 0,-7 6 0,12-9 0,0 0 0,1 0 0,-1 0 0,0 0 0,1 0 0,-1 0 0,1 0 0,-1 0 0,1 0 0,0 0 0,-1 0 0,1 0 0,0 0 0,0 0 0,0 0 0,-1 1 0,1-1 0,0 0 0,1 0 0,-1 0 0,0 0 0,0 0 0,0 0 0,1 0 0,-1 1 0,0-1 0,1 0 0,-1 0 0,1 0 0,-1 0 0,1 0 0,0-1 0,-1 1 0,1 0 0,0 0 0,0 0 0,0-1 0,0 1 0,-1 0 0,1-1 0,0 1 0,0 0 0,0-1 0,0 1 0,0-1 0,1 0 0,-1 1 0,1-1 0,0 0 0,-1 1 0,1-1 0,-1 0 0,1 0 0,0 0 0,-1 0 0,1-1 0,0 1 0,-1 0 0,1-1 0,0 1 0,-1-1 0,1 0 0,-1 1 0,1-1 0,-1 0 0,0 0 0,1 0 0,-1 0 0,0 0 0,1 0 0,-1 0 0,0-1 0,0 1 0,0 0 0,0-1 0,0 1 0,-1 0 0,1-1 0,0 1 0,0-1 0,-1 0 0,1 1 0,-1-1 0,1-2 0,2-14 0,5-24 0,-8 42 0,0 0 0,0 0 0,0 1 0,0-1 0,0 0 0,0 0 0,0 0 0,0 0 0,0 0 0,0 0 0,-1 0 0,1 0 0,0 0 0,0 0 0,0 0 0,0 0 0,0 0 0,0 1 0,0-1 0,0 0 0,0 0 0,0 0 0,0 0 0,-1 0 0,1 0 0,0 0 0,0 0 0,0 0 0,0 0 0,0 0 0,0 0 0,0 0 0,0 0 0,0 0 0,-1 0 0,1 0 0,0 0 0,0 0 0,0 0 0,0 0 0,0-1 0,-12 29 0,3-9 0,8-31 0,1 8 0,0 1 0,0 0 0,0 0 0,0 0 0,-1 0 0,1 0 0,-1 0 0,0 0 0,0 0 0,0 0 0,0 0 0,0 1 0,-1-1 0,-2-4 0,1 6 0,0-1 0,0 1 0,0-1 0,0 1 0,-1 0 0,1 0 0,0 1 0,-1-1 0,-4 0 0,-9 2 0,19 0 0,0 0 0,0 0 0,0 0 0,0 1 0,0-1 0,0 0 0,0 1 0,-1-1 0,1 1 0,-1 0 0,1 0 0,-1-1 0,0 1 0,1 0 0,-1 0 0,0 0 0,0 0 0,0 0 0,-1 1 0,1-1 0,-1 0 0,1 0 0,-1 1 0,1-1 0,-1 0 0,0 0 0,0 1 0,0-1 0,-1 0 0,0 4 0,1 2 0,-1 0 0,0 0 0,-1 0 0,1-1 0,-1 1 0,-1-1 0,-6 14 0,7-17 0,-1 0 0,-1-1 0,1 1 0,0-1 0,-1 0 0,1 0 0,-1 0 0,0 0 0,0-1 0,-1 1 0,1-1 0,0 0 0,-1 0 0,1-1 0,-1 1 0,1-1 0,-1 0 0,-5 0 0,-11 2 0,-1-2 0,-37-1 0,31-1 0,-98-13 0,174 16 0,35 0 0,-76-2 0,1-1 0,-1 0 0,1 0 0,-1 0 0,0-1 0,1 0 0,-1-1 0,9-4 0,-16 7 0,0 0 0,0 0 0,0 0 0,0 0 0,0 0 0,1 0 0,-1 0 0,0 0 0,0 0 0,0 0 0,0 0 0,0 0 0,1 0 0,-1 0 0,0 0 0,0 0 0,0-1 0,0 1 0,0 0 0,0 0 0,0 0 0,1 0 0,-1 0 0,0 0 0,0 0 0,0-1 0,0 1 0,0 0 0,0 0 0,0 0 0,0 0 0,0 0 0,0-1 0,0 1 0,0 0 0,0 0 0,0 0 0,0 0 0,0 0 0,0-1 0,0 1 0,0 0 0,0 0 0,0 0 0,0 0 0,0 0 0,0-1 0,0 1 0,0 0 0,0 0 0,0 0 0,-1 0 0,1 0 0,0 0 0,0-1 0,0 1 0,0 0 0,0 0 0,-14-4 0,-15 2 0,-44 2 0,45 0 0,26 0 0,10 0 0,9 0 0,-1 0 0,-43 0 0,-44 0 0,43 0 0,23 0 0,11 0 0,53 2 0,-50-1 0,-42-4 0,31 2 0,0 1 0,0-1 0,0 1 0,0-1 0,0 0 0,0 0 0,0 0 0,0 0 0,0 0 0,1 0 0,-1 0 0,0-1 0,1 1 0,-1 0 0,1-1 0,-1 0 0,1 1 0,0-1 0,0 0 0,0 0 0,0 0 0,0 1 0,0-1 0,0 0 0,1 0 0,-1 0 0,1 0 0,-1-1 0,1 1 0,0 0 0,0-3 0,0 3 0,0 0 0,0 1 0,0-1 0,-1 0 0,1 0 0,0 0 0,-1 1 0,1-1 0,-1 0 0,0 1 0,1-1 0,-1 0 0,0 1 0,0-1 0,0 1 0,0-1 0,0 1 0,-1 0 0,1-1 0,0 1 0,-1 0 0,1 0 0,-1 0 0,1 0 0,-1 0 0,1 0 0,-1 0 0,0 1 0,-2-2 0,3 2 0,0 0 0,-1 0 0,1 0 0,0 0 0,0 0 0,-1 0 0,1 1 0,0-1 0,0 0 0,-1 1 0,1-1 0,0 1 0,0-1 0,0 1 0,0-1 0,0 1 0,-1 0 0,1 0 0,0-1 0,-1 2 0,2-2 0,9-19 0,-6 10 0,6-13 0,-9 22 0,0-1 0,0 1 0,1-1 0,-1 1 0,0-1 0,1 1 0,-1 0 0,0-1 0,1 1 0,-1-1 0,0 1 0,1 0 0,-1-1 0,1 1 0,-1 0 0,1 0 0,-1-1 0,1 1 0,-1 0 0,1 0 0,-1 0 0,1 0 0,-1 0 0,1 0 0,-1-1 0,1 1 0,-1 0 0,1 0 0,-1 1 0,1-1 0,-1 0 0,2 0 0,23 4 0,-24-5 0,0 1 0,0 0 0,-1 0 0,1 0 0,0 0 0,0 0 0,0 0 0,0 0 0,0 0 0,0 0 0,0 0 0,0 0 0,0 1 0,0-1 0,0 0 0,-1 1 0,1-1 0,0 1 0,0-1 0,0 1 0,0-1 0,-1 1 0,1-1 0,0 1 0,-1 0 0,1-1 0,0 1 0,-1 0 0,1 0 0,-1-1 0,1 1 0,-1 0 0,0 0 0,1 0 0,-1 0 0,0 0 0,1 0 0,-1-1 0,0 1 0,0 0 0,0 0 0,0 0 0,0 0 0,0 0 0,0 0 0,0 0 0,0 0 0,-1 0 0,1 0 0,0 0 0,-1 1 0,1 3 0,-1 0 0,0 0 0,0-1 0,0 1 0,0 0 0,0 0 0,-1-1 0,0 1 0,0-1 0,-3 5 0,3-8 0,0 1 0,0 0 0,1-1 0,-1 0 0,-1 1 0,1-1 0,0 0 0,0 0 0,0 0 0,-1-1 0,1 1 0,0 0 0,-1-1 0,1 0 0,0 1 0,-1-1 0,1 0 0,-1 0 0,1 0 0,0-1 0,-1 1 0,-3-1 0,2-1 0,0 0 0,-1 1 0,1-1 0,0-1 0,0 1 0,0-1 0,1 0 0,-1 1 0,1-2 0,-1 1 0,1 0 0,0-1 0,0 1 0,-4-7 0,5 7 0,0 0 0,-1 0 0,1-1 0,0 1 0,1 0 0,-1-1 0,1 1 0,-1-1 0,1 0 0,0 1 0,0-1 0,1 0 0,-1 0 0,1 1 0,0-1 0,0 0 0,0 0 0,1-3 0,-1 6 0,0 1 0,0-1 0,0 1 0,0 0 0,0-1 0,0 1 0,0 0 0,0-1 0,0 1 0,0-1 0,0 1 0,0 0 0,0-1 0,1 1 0,-1 0 0,0-1 0,0 1 0,0 0 0,1-1 0,-1 1 0,0 0 0,0 0 0,1-1 0,-1 1 0,0 0 0,1 0 0,-1-1 0,0 1 0,1 0 0,-1 0 0,0 0 0,1 0 0,-1-1 0,0 1 0,1 0 0,-1 0 0,0 0 0,1 0 0,-1 0 0,1 0 0,-1 0 0,0 0 0,1 0 0,-1 0 0,1 0 0,-1 0 0,0 1 0,1-1 0,-1 0 0,0 0 0,1 0 0,-1 0 0,0 1 0,1-1 0,-1 0 0,0 0 0,0 1 0,1-1 0,-1 0 0,0 0 0,0 1 0,1 0 0,0 0 0,0 0 0,0 1 0,-1-1 0,1 1 0,-1 0 0,1-1 0,-1 1 0,1-1 0,-1 1 0,0 0 0,0-1 0,0 1 0,0 0 0,0 1 0,-13 23 0,13-25 0,-1 0 0,1 0 0,-1 0 0,0-1 0,1 1 0,-1 0 0,0 0 0,0-1 0,0 1 0,1 0 0,-1-1 0,0 1 0,0-1 0,0 0 0,0 1 0,0-1 0,0 1 0,0-1 0,0 0 0,0 0 0,0 0 0,0 0 0,0 0 0,0 0 0,0 0 0,-1 0 0,0-7-1365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2:53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 24575,'1'0'0,"0"1"0,-1-1 0,1 1 0,0-1 0,0 1 0,-1-1 0,1 1 0,0 0 0,-1-1 0,1 1 0,0 0 0,-1-1 0,1 1 0,-1 0 0,0 0 0,1 0 0,-1 0 0,1-1 0,-1 1 0,0 0 0,0 0 0,0 0 0,1 0 0,-1 0 0,0 0 0,0 0 0,0 0 0,0 0 0,-1 0 0,1 1 0,0 1 0,0-1 0,0 1 0,0-1 0,0 1 0,-1-1 0,1 1 0,-1-1 0,0 1 0,0-1 0,-2 4 0,3-5 0,0-1 0,0 1 0,-1-1 0,1 1 0,0-1 0,-1 1 0,1-1 0,-1 0 0,1 1 0,0-1 0,-1 1 0,1-1 0,-1 0 0,1 0 0,-1 1 0,1-1 0,-1 0 0,1 0 0,-1 0 0,0 0 0,1 1 0,-1-1 0,1 0 0,-1 0 0,1 0 0,-1 0 0,0 0 0,1 0 0,-1 0 0,1-1 0,-1 1 0,1 0 0,-1 0 0,1 0 0,-1-1 0,1 1 0,-2-1 0,-9-18 0,3 4 0,7 15 2,1 0 0,0 0 0,0 0 0,-1 0 0,1 0 0,0 0 0,0 0 0,0 0 0,-1 0-1,1 0 1,0 0 0,0 0 0,-1 0 0,1 1 0,0-1 0,0 0 0,0 0 0,-1 0 0,1 0 0,0 0 0,0 1 0,0-1-1,0 0 1,-1 0 0,1 0 0,0 0 0,0 1 0,0-1 0,0 0 0,0 0 0,0 1 0,0-1 0,0 0 0,-1 0 0,1 1 0,0-1-1,0 0 1,0 0 0,0 0 0,0 1 0,0-1 0,0 0 0,0 0 0,1 1 0,-1-1 0,0 0 0,0 1 0,-2 13-1460,2-3-5368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2:57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65 24575,'-2'0'0,"-3"0"0,-3 0 0,0-2 0,3-1 0,3-2 0,4 0 0,4-2 0,3 1 0,0-2 0,-1 0 0,-3-3 0,1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3:00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31 24575,'-11'0'0,"0"0"0,-1 1 0,1 1 0,0 0 0,-14 4 0,23-5 0,0-1 0,0 1 0,0-1 0,0 1 0,0 0 0,1 0 0,-1 0 0,0-1 0,1 2 0,-1-1 0,0 0 0,1 0 0,-1 0 0,1 1 0,0-1 0,0 1 0,-1-1 0,1 1 0,0 0 0,0-1 0,0 1 0,1 0 0,-1 0 0,0-1 0,1 1 0,-1 0 0,1 0 0,-1 0 0,1 0 0,0 0 0,0 0 0,0 0 0,0 0 0,0 0 0,0 0 0,1 0 0,-1-1 0,1 1 0,0 3 0,0-4 0,-1 1 0,1-1 0,-1 0 0,1 0 0,0 0 0,-1 0 0,1 0 0,0 0 0,0 0 0,0 0 0,0 0 0,0 0 0,0 0 0,0 0 0,0 0 0,0-1 0,0 1 0,0 0 0,0-1 0,0 1 0,1-1 0,-1 1 0,0-1 0,1 0 0,-1 0 0,0 1 0,0-1 0,1 0 0,-1 0 0,0 0 0,1 0 0,-1-1 0,0 1 0,1 0 0,-1 0 0,0-1 0,2 0 0,-1 0 0,0 0 0,0 0 0,0 0 0,0 0 0,0 0 0,0 0 0,0-1 0,0 1 0,-1-1 0,1 1 0,0-1 0,-1 0 0,1 0 0,-1 0 0,0 1 0,0-1 0,0 0 0,0-1 0,0 1 0,1-4 0,-1-36 0,-8 23 0,6 19 0,1-1 0,0 1 0,-1 0 0,1-1 0,-1 1 0,1 0 0,-1 0 0,1-1 0,-1 1 0,1 0 0,-1 0 0,0 0 0,1 0 0,-1 0 0,1 0 0,-1 0 0,1 0 0,-1 0 0,1 0 0,-1 0 0,1 0 0,-1 0 0,1 0 0,-1 0 0,0 0 0,1 1 0,-1-1 0,1 0 0,0 0 0,-1 1 0,0 0 0,-1 1 0,0 0 0,0 0 0,0 0 0,0 1 0,1-1 0,-1 1 0,1-1 0,-1 1 0,1 0 0,0 0 0,0-1 0,0 1 0,1 0 0,-1 0 0,1 0 0,-1 0 0,1 0 0,0 0 0,0 0 0,0 0 0,1 0 0,-1 0 0,1-1 0,0 1 0,-1 0 0,1 0 0,0 0 0,1-1 0,2 6 0,-3-6 0,-1-1 0,1 1 0,0-1 0,0 1 0,0-1 0,0 1 0,0-1 0,0 0 0,0 0 0,1 1 0,-1-1 0,0 0 0,1 0 0,-1 0 0,1 0 0,-1 0 0,1-1 0,0 1 0,-1 0 0,4 0 0,-3-1 0,0-1 0,-1 1 0,1-1 0,0 1 0,0-1 0,0 1 0,-1-1 0,1 0 0,0 0 0,-1 0 0,1 0 0,-1 0 0,1-1 0,-1 1 0,0 0 0,1-1 0,-1 1 0,0-1 0,0 1 0,0-1 0,0 1 0,0-1 0,0 0 0,1-2 0,-1-2 0,1 0 0,-1 0 0,1 0 0,-2 0 0,1 0 0,-1 0 0,0-12 0,0 17 0,0-1 0,0 1 0,-1 0 0,1-1 0,0 1 0,-1-1 0,1 1 0,-1 0 0,1-1 0,-1 1 0,1 0 0,-1-1 0,0 1 0,0 0 0,-1-2 0,1 3 0,0 0 0,1-1 0,-1 1 0,0 0 0,0 0 0,1 0 0,-1 0 0,0 0 0,0 0 0,0 0 0,1 0 0,-1 0 0,0 0 0,0 1 0,0-1 0,1 0 0,-1 0 0,0 1 0,1-1 0,-1 1 0,0-1 0,1 0 0,-1 1 0,0-1 0,1 1 0,-1 0 0,1-1 0,-1 1 0,1-1 0,-2 2 0,0 1 0,-1 0 0,1 0 0,0 0 0,0 0 0,0 0 0,0 0 0,1 0 0,-1 1 0,1-1 0,0 1 0,0-1 0,0 1 0,1-1 0,-1 1 0,1 0 0,-1-1 0,1 1 0,1-1 0,0 8 0,-1-9 0,1 1 0,-1-1 0,1 0 0,0 1 0,0-1 0,0 0 0,0 0 0,0 0 0,0 0 0,0 0 0,1 0 0,-1 0 0,1 0 0,-1-1 0,1 1 0,0 0 0,0-1 0,0 0 0,0 1 0,0-1 0,0 0 0,0 0 0,0 0 0,0 0 0,1 0 0,-1-1 0,0 1 0,1-1 0,-1 1 0,4-1 0,-3 0 0,0 0 0,-1 0 0,1 0 0,0 0 0,0-1 0,0 1 0,0-1 0,-1 0 0,1 0 0,0 0 0,-1 0 0,1 0 0,-1 0 0,1-1 0,-1 0 0,0 1 0,1-1 0,-1 0 0,0 0 0,0 0 0,0 0 0,-1 0 0,1-1 0,0 1 0,-1-1 0,2-2 0,-1 1 0,-1 0 0,1-1 0,-1 1 0,0 0 0,0-1 0,-1 1 0,1-1 0,-1 1 0,0-1 0,0 1 0,-1-1 0,1 1 0,-1-1 0,0 1 0,0 0 0,-3-7 0,3 8 0,-1 1 0,1 0 0,-1-1 0,0 1 0,0 0 0,0 0 0,0 0 0,-1 1 0,1-1 0,0 0 0,-1 1 0,1 0 0,-1-1 0,1 1 0,-1 0 0,0 0 0,1 1 0,-1-1 0,0 0 0,0 1 0,0 0 0,0 0 0,1 0 0,-1 0 0,0 0 0,0 0 0,0 1 0,1-1 0,-1 1 0,0 0 0,0 0 0,1 0 0,-1 0 0,1 0 0,-1 1 0,1-1 0,-1 1 0,1-1 0,0 1 0,0 0 0,0 0 0,0 0 0,0 0 0,0 1 0,1-1 0,-1 0 0,1 1 0,-1-1 0,-1 4 0,3-2 0,-1 0 0,0-1 0,1 1 0,0 0 0,0 0 0,0-1 0,1 1 0,-1 0 0,1 0 0,-1-1 0,1 1 0,1 0 0,-1-1 0,0 1 0,1-1 0,0 0 0,0 0 0,0 1 0,0-1 0,0 0 0,0 0 0,6 4 0,-6-6 0,0 1 0,0 0 0,1-1 0,-1 0 0,1 0 0,0 0 0,-1 0 0,1 0 0,0 0 0,-1 0 0,1-1 0,0 0 0,0 1 0,-1-1 0,1 0 0,0 0 0,0-1 0,0 1 0,-1-1 0,1 1 0,0-1 0,-1 0 0,1 0 0,0 0 0,-1 0 0,1 0 0,-1-1 0,0 1 0,1-1 0,-1 0 0,2-1 0,-2 1 0,1 0 0,-1 0 0,0-1 0,0 1 0,-1 0 0,1-1 0,0 1 0,-1-1 0,1 1 0,-1-1 0,0 0 0,0 0 0,0 1 0,0-1 0,-1 0 0,1 0 0,-1 0 0,1 0 0,-1 0 0,0 0 0,0 0 0,-1 0 0,1 0 0,-1 0 0,1 0 0,-1 0 0,0 1 0,-2-5 0,2 5 0,1 0 0,-1 0 0,-1 1 0,1-1 0,0 0 0,0 1 0,-1-1 0,1 1 0,0 0 0,-1-1 0,0 1 0,1 0 0,-1 0 0,0 0 0,1 0 0,-1 0 0,0 0 0,0 1 0,0-1 0,0 1 0,0-1 0,0 1 0,0 0 0,0-1 0,0 1 0,0 0 0,0 0 0,0 1 0,0-1 0,0 0 0,0 1 0,1-1 0,-1 1 0,0 0 0,0-1 0,0 1 0,0 0 0,1 0 0,-1 0 0,0 0 0,1 1 0,-3 1 0,1-1 0,1 1 0,-1 0 0,1 1 0,-1-1 0,1 0 0,0 1 0,0-1 0,-2 7 0,3-9 0,1 0 0,-1 1 0,0-1 0,1 0 0,-1 1 0,1-1 0,0 0 0,-1 1 0,1-1 0,0 0 0,0 1 0,0-1 0,-1 1 0,2-1 0,-1 1 0,0-1 0,0 0 0,0 1 0,1-1 0,-1 1 0,1-1 0,-1 0 0,1 1 0,-1-1 0,2 2 0,-1-3 3,-1 1-1,0-1 0,1 0 1,-1 0-1,0 0 0,1 0 1,-1 0-1,0 0 0,1 0 1,-1 0-1,1 0 0,-1 0 1,0 0-1,1 0 0,-1 0 1,0 0-1,1 0 1,-1 0-1,0 0 0,1-1 1,-1 1-1,0 0 0,1 0 1,-1 0-1,0 0 0,1-1 1,-1 1-1,0 0 0,0 0 1,1-1-1,-1 1 0,0 0 1,0-1-1,0 1 0,1 0 1,-1-1-1,0 1 0,0 0 1,0-1-1,0 1 0,0 0 1,0-1-1,1 1 1,-1 0-1,0-1 0,0 1 1,0 0-1,0-1 0,0 1 1,-1-1-1,1-20-1487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2:40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117 112 24575,'1'1'0,"-1"-1"0,0 1 0,1-1 0,-1 0 0,0 1 0,1-1 0,-1 0 0,1 1 0,-1-1 0,1 0 0,-1 1 0,1-1 0,-1 0 0,1 0 0,-1 0 0,1 1 0,-1-1 0,1 0 0,-1 0 0,1 0 0,-1 0 0,1 0 0,-1 0 0,1 0 0,-1 0 0,1 0 0,0 0 0,-1 0 0,1-1 0,-1 1 0,1 0 0,-1 0 0,1 0 0,-1-1 0,1 1 0,-1 0 0,0-1 0,1 1 0,-1 0 0,1-1 0,-1 1 0,0 0 0,1-1 0,-1 1 0,0-1 0,1 1 0,-1-1 0,0 1 0,0-1 0,1 1 0,-1-1 0,0 1 0,0-1 0,0 1 0,0-1 0,0 1 0,0-1 0,0 1 0,0-1 0,0 0 0,0 1 0,0-1 0,0 0 0,0 0 0,0 0 0,0 0 0,0 0 0,0 0 0,0 0 0,0 0 0,0 0 0,-1 0 0,1 0 0,0 0 0,-1 0 0,1 0 0,-1 0 0,1 0 0,-1 0 0,1 0 0,-1 1 0,1-1 0,-1 0 0,0 0 0,1 1 0,-3-2 0,3 2 0,-1 0 0,1-1 0,-1 1 0,0 0 0,1 0 0,-1 0 0,0 0 0,1 0 0,-1 0 0,0 0 0,1 1 0,-1-1 0,1 0 0,-1 0 0,0 0 0,1 1 0,-1-1 0,1 0 0,-1 1 0,1-1 0,-1 0 0,1 1 0,-1-1 0,0 1 0,0 0 0,1-1 0,-1 0 0,1 1 0,-1-1 0,1 1 0,-1-1 0,0 1 0,1 0 0,0-1 0,-1 1 0,1 0 0,-1-1 0,1 1 0,0 0 0,0-1 0,-1 1 0,1 0 0,0-1 0,0 1 0,0 0 0,0 0 0,0-1 0,0 1 0,0 0 0,0 0 0,0-1 0,0 1 0,0 0 0,0 0 0,0-1 0,1 1 0,-1 0 0,0 0 0,1-1 0,-1 1 0,0-1 0,1 1 0,-1 0 0,1-1 0,-1 1 0,1-1 0,-1 1 0,1-1 0,-1 1 0,1-1 0,0 1 0,-1-1 0,1 0 0,0 1 0,0-1 0,-1 1 0,0-1 0,0 0 0,0 0 0,1 0 0,-1 0 0,0 0 0,0 0 0,0 0 0,0 0 0,0 0 0,0 0 0,0 0 0,0 1 0,1-1 0,-1 0 0,0 0 0,0 0 0,0 0 0,0 0 0,0 0 0,0 0 0,1 0 0,-1 0 0,0 0 0,0 0 0,0 0 0,0 0 0,0 0 0,0 0 0,1 0 0,-1 0 0,0 0 0,0-1 0,0 1 0,0 0 0,0 0 0,0 0 0,0 0 0,1 0 0,-1 0 0,0 0 0,0 0 0,0 0 0,0 0 0,0-1 0,0 1 0,0 0 0,0 0 0,0 0 0,0 0 0,0 0 0,0 0 0,0 0 0,0-1 0,0 1 0,1 0 0,-1 0 0,0 0 0,0 0 0,0 0 0,0 0 0,-1-1 0,1 1 0,0 0 0,0 0 0,0 0 0,0 0 0,-6-11 0,-1 7 0,11 18 0,0-4 0,6 15 0,-10-25 0,1 0 0,-1 1 0,0-1 0,1 0 0,-1 1 0,0-1 0,1 0 0,-1 1 0,1-1 0,-1 0 0,0 0 0,1 1 0,-1-1 0,1 0 0,-1 0 0,1 0 0,-1 0 0,1 0 0,-1 1 0,1-1 0,-1 0 0,1 0 0,-1 0 0,1 0 0,-1-1 0,0 1 0,1 0 0,-1 0 0,1 0 0,-1 0 0,1 0 0,-1-1 0,1 1 0,-1 0 0,1 0 0,-1-1 0,0 1 0,1 0 0,-1 0 0,0-1 0,1 1 0,-1-1 0,0 1 0,1 0 0,-1-2 0,1 2 0,-1 0 0,0 0 0,0-1 0,1 1 0,-1 0 0,0-1 0,0 1 0,1 0 0,-1-1 0,0 1 0,0 0 0,0-1 0,0 1 0,0-1 0,0 1 0,1 0 0,-1-1 0,0 1 0,0-1 0,0 1 0,0 0 0,0-1 0,-1 1 0,1-1 0,0 1 0,0 0 0,0-1 0,0 1 0,0 0 0,0-1 0,-1 1 0,1 0 0,0-1 0,0 1 0,-1 0 0,1-1 0,-18-11 0,-20-2 0,15 15 0,19 1 0,11-3 0,-7 1 0,0 0 0,0 0 0,0 0 0,0 0 0,0 0 0,-1 0 0,1 0 0,0 0 0,0 0 0,0 0 0,0 0 0,0 0 0,0 0 0,0 0 0,0 0 0,-1 0 0,1 0 0,0 0 0,0 0 0,0 0 0,0 0 0,0 0 0,0 0 0,0 0 0,0 0 0,-1 0 0,1 0 0,0 0 0,0 0 0,0 0 0,0 0 0,0-1 0,0 1 0,0 0 0,0 0 0,0 0 0,0 0 0,0 0 0,0 0 0,0 0 0,0 0 0,-1 0 0,1-1 0,0 1 0,0 0 0,0 0 0,0 0 0,0 0 0,0 0 0,0-1 0,-1 3 0,12 4 0,-2-3 0,0 0 0,1-1 0,-1 0 0,1-1 0,-1 0 0,1 0 0,0-1 0,-1 0 0,15-2 0,-21 2 0,-1-1 0,0 1 0,1 0 0,-1-1 0,0 1 0,1-1 0,-1 0 0,0 0 0,0 1 0,0-2 0,0 1 0,0 0 0,0 0 0,0-1 0,0 1 0,0-1 0,-1 1 0,1-1 0,-1 0 0,1 0 0,-1 1 0,1-1 0,-1 0 0,0 0 0,0-1 0,0 1 0,0 0 0,-1 0 0,1 0 0,0-1 0,-1 1 0,0 0 0,1-1 0,-1 1 0,0 0 0,0-1 0,0 1 0,-1 0 0,1-1 0,-1 1 0,1 0 0,-1 0 0,-1-5 0,0 4 0,1 0 0,-1 0 0,0 1 0,0-1 0,0 0 0,0 1 0,-1 0 0,1-1 0,-1 1 0,1 0 0,-1 0 0,0 0 0,1 1 0,-1-1 0,0 1 0,0-1 0,-1 1 0,1 0 0,0 0 0,0 1 0,-7-2 0,4 1 0,-1 0 0,0 0 0,1 1 0,-1 0 0,1 0 0,-1 1 0,0-1 0,1 1 0,-1 1 0,-7 2 0,12-3 0,0 0 0,0 0 0,0 0 0,0 1 0,1-1 0,-1 1 0,0-1 0,1 1 0,-1-1 0,1 1 0,-1 0 0,1 0 0,0 0 0,0 0 0,0 0 0,0 0 0,0 0 0,1 0 0,-1 0 0,0 0 0,1 0 0,0 1 0,-1-1 0,1 0 0,0 0 0,0 4 0,0-5 0,1 1 0,-1 0 0,0 0 0,0-1 0,1 1 0,-1 0 0,1 0 0,0-1 0,-1 1 0,1 0 0,0-1 0,0 1 0,0-1 0,0 1 0,0-1 0,0 0 0,1 1 0,-1-1 0,0 0 0,1 0 0,-1 0 0,1 0 0,-1 0 0,1 0 0,-1 0 0,1-1 0,0 1 0,-1 0 0,1-1 0,0 1 0,0-1 0,2 0 0,51-4 0,-33-6 0,-21 9 0,-1 1 0,0-1 0,0 0 0,0 1 0,0-1 0,0 1 0,0-1 0,0 1 0,0-1 0,0 0 0,0 1 0,0-1 0,0 1 0,0-1 0,0 0 0,-1 1 0,1-1 0,0 1 0,0-1 0,-1 1 0,1-1 0,0 1 0,-1-1 0,1 1 0,0-1 0,-1 1 0,1 0 0,-1-1 0,1 1 0,-1 0 0,1-1 0,-1 1 0,1 0 0,-1-1 0,1 1 0,-2 0 0,-3-3 0,0 0 0,0 1 0,-1 0 0,1 0 0,-1 0 0,1 0 0,-1 1 0,0 0 0,1 0 0,-1 1 0,0 0 0,0 0 0,1 0 0,-1 0 0,0 1 0,-9 2 0,13-2 0,-1 0 0,1-1 0,0 1 0,-1 0 0,1 0 0,0 0 0,0 0 0,0 1 0,0-1 0,0 0 0,0 1 0,0 0 0,0-1 0,0 1 0,1 0 0,-1 0 0,1 0 0,-1 0 0,1 0 0,0 0 0,0 0 0,0 1 0,0-1 0,0 0 0,1 1 0,-1-1 0,0 1 0,1-1 0,0 0 0,0 1 0,0-1 0,0 1 0,0-1 0,0 1 0,1-1 0,-1 1 0,1-1 0,-1 0 0,1 1 0,2 3 0,-2-4 0,1 1 0,-1-1 0,0 0 0,1 0 0,0 0 0,-1 0 0,1-1 0,0 1 0,0 0 0,0-1 0,0 1 0,0-1 0,0 0 0,0 0 0,1 0 0,-1 0 0,0 0 0,1 0 0,-1 0 0,1-1 0,-1 1 0,1-1 0,4 0 0,69-1 0,-47-1 0,-28 3 0,1-1 0,-1 0 0,0 0 0,0 0 0,0 0 0,0 0 0,1 0 0,-1 0 0,0 0 0,0 0 0,0 0 0,0-1 0,0 1 0,1 0 0,-1-1 0,0 1 0,0-1 0,0 1 0,0-1 0,0 0 0,0 1 0,-1-1 0,2-1 0,-2 1 0,-1 0 0,1 0 0,-1 0 0,1 0 0,-1 0 0,0 0 0,0 0 0,1 1 0,-1-1 0,0 0 0,0 0 0,0 1 0,0-1 0,0 0 0,0 1 0,0-1 0,-2 0 0,-57-24 0,50 22 0,0 1 0,-1 0 0,1 1 0,0 0 0,-1 0 0,1 1 0,0 1 0,-1 0 0,-18 4 0,28-5 0,1 0 0,-1 0 0,1 0 0,-1 0 0,0 0 0,1 1 0,-1-1 0,1 0 0,-1 0 0,1 1 0,-1-1 0,1 0 0,0 1 0,-1-1 0,1 0 0,-1 1 0,1-1 0,0 1 0,-1-1 0,1 1 0,0-1 0,-1 1 0,1-1 0,0 1 0,0-1 0,-1 1 0,1-1 0,0 1 0,0 0 0,0-1 0,0 1 0,0-1 0,0 1 0,0-1 0,0 2 0,16 14 0,-10-13 0,0 1 0,0-2 0,0 1 0,0 0 0,11 2 0,18-10 0,-26-2 0,-23-1 0,1 7 0,18 10 0,20 10 0,-12-16 0,0-1 0,0 0 0,0-1 0,0-1 0,22-1 0,-27 0 0,-6 1-24,-4 0 81,-5 0-1455,-2 0-5428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2:49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505 128 24575,'0'7'0,"0"-13"0,0-29 0,0 26 0,0-1 0,-1 1 0,0-1 0,-1 1 0,0-1 0,0 1 0,-5-10 0,7 19 0,0-1 0,-1 0 0,1 1 0,-1-1 0,1 1 0,-1-1 0,1 1 0,-1-1 0,1 1 0,-1 0 0,1-1 0,-1 1 0,1-1 0,-1 1 0,0 0 0,1 0 0,-1-1 0,0 1 0,1 0 0,-1 0 0,0 0 0,1 0 0,-1 0 0,0 0 0,0 0 0,1 0 0,-1 0 0,0 0 0,1 0 0,-1 0 0,0 0 0,1 1 0,-2-1 0,-23 21 0,23-19 0,0 1 0,0-1 0,0 1 0,0-1 0,1 1 0,-1 0 0,1 0 0,-1 0 0,1 0 0,0 0 0,0 0 0,0 0 0,1 0 0,-1 0 0,1 0 0,0 0 0,0 6 0,0-9 0,1 1 0,-1 0 0,1 0 0,0 0 0,-1-1 0,1 1 0,0 0 0,-1-1 0,1 1 0,0 0 0,0-1 0,0 1 0,0-1 0,-1 0 0,1 1 0,0-1 0,0 0 0,0 1 0,0-1 0,0 0 0,0 0 0,0 0 0,0 0 0,0 0 0,0 0 0,0 0 0,0 0 0,0 0 0,0 0 0,0 0 0,0-1 0,-1 1 0,2-1 0,0 1 0,0-1 0,0 0 0,-1 0 0,1 1 0,-1-1 0,1 0 0,-1 0 0,1-1 0,-1 1 0,1 0 0,-1 0 0,0-1 0,0 1 0,0-1 0,2-2 0,-3 4 0,0 1 0,-1-1 0,1 1 0,0 0 0,-1-1 0,1 1 0,0 0 0,0 0 0,0-1 0,0 1 0,0 0 0,0-1 0,0 1 0,0 0 0,0 0 0,0-1 0,0 1 0,0 0 0,0-1 0,0 1 0,1 0 0,-1-1 0,0 1 0,1 0 0,-1-1 0,0 1 0,1 0 0,-1-1 0,1 1 0,-1-1 0,1 1 0,-1-1 0,1 1 0,-1-1 0,1 1 0,0-1 0,-1 0 0,1 1 0,0-1 0,0 1 0,36 4 0,-33-5 0,-1 0 0,0 0 0,0 0 0,0 1 0,1-1 0,-1 1 0,0 0 0,5 2 0,-15 0 0,1 0 0,-1 1 0,1 0 0,0 0 0,-7 6 0,12-9 0,0 0 0,1 0 0,-1 0 0,0 0 0,1 0 0,-1 0 0,1 0 0,-1 0 0,1 0 0,0 0 0,-1 0 0,1 0 0,0 0 0,0 0 0,0 0 0,-1 1 0,1-1 0,0 0 0,1 0 0,-1 0 0,0 0 0,0 0 0,0 0 0,1 0 0,-1 1 0,0-1 0,1 0 0,-1 0 0,1 0 0,-1 0 0,1 0 0,0-1 0,-1 1 0,1 0 0,0 0 0,0 0 0,0-1 0,0 1 0,-1 0 0,1-1 0,0 1 0,0 0 0,0-1 0,0 1 0,0-1 0,1 0 0,-1 1 0,1-1 0,0 0 0,-1 1 0,1-1 0,-1 0 0,1 0 0,0 0 0,-1 0 0,1-1 0,0 1 0,-1 0 0,1-1 0,0 1 0,-1-1 0,1 0 0,-1 1 0,1-1 0,-1 0 0,0 0 0,1 0 0,-1 0 0,0 0 0,1 0 0,-1 0 0,0-1 0,0 1 0,0 0 0,0-1 0,0 1 0,-1 0 0,1-1 0,0 1 0,0-1 0,-1 0 0,1 1 0,-1-1 0,1-2 0,2-14 0,5-24 0,-8 42 0,0 0 0,0 0 0,0 1 0,0-1 0,0 0 0,0 0 0,0 0 0,0 0 0,0 0 0,0 0 0,-1 0 0,1 0 0,0 0 0,0 0 0,0 0 0,0 0 0,0 0 0,0 1 0,0-1 0,0 0 0,0 0 0,0 0 0,0 0 0,-1 0 0,1 0 0,0 0 0,0 0 0,0 0 0,0 0 0,0 0 0,0 0 0,0 0 0,0 0 0,0 0 0,-1 0 0,1 0 0,0 0 0,0 0 0,0 0 0,0 0 0,0-1 0,-12 29 0,3-9 0,8-31 0,1 8 0,0 1 0,0 0 0,0 0 0,0 0 0,-1 0 0,1 0 0,-1 0 0,0 0 0,0 0 0,0 0 0,0 0 0,0 1 0,-1-1 0,-2-4 0,1 6 0,0-1 0,0 1 0,0-1 0,0 1 0,-1 0 0,1 0 0,0 1 0,-1-1 0,-4 0 0,-9 2 0,19 0 0,0 0 0,0 0 0,0 0 0,0 1 0,0-1 0,0 0 0,0 1 0,-1-1 0,1 1 0,-1 0 0,1 0 0,-1-1 0,0 1 0,1 0 0,-1 0 0,0 0 0,0 0 0,0 0 0,-1 1 0,1-1 0,-1 0 0,1 0 0,-1 1 0,1-1 0,-1 0 0,0 0 0,0 1 0,0-1 0,-1 0 0,0 4 0,1 2 0,-1 0 0,0 0 0,-1 0 0,1-1 0,-1 1 0,-1-1 0,-6 14 0,7-17 0,-1 0 0,-1-1 0,1 1 0,0-1 0,-1 0 0,1 0 0,-1 0 0,0 0 0,0-1 0,-1 1 0,1-1 0,0 0 0,-1 0 0,1-1 0,-1 1 0,1-1 0,-1 0 0,-5 0 0,-11 2 0,-1-2 0,-37-1 0,31-1 0,-98-13 0,174 16 0,35 0 0,-76-2 0,1-1 0,-1 0 0,1 0 0,-1 0 0,0-1 0,1 0 0,-1-1 0,9-4 0,-16 7 0,0 0 0,0 0 0,0 0 0,0 0 0,0 0 0,1 0 0,-1 0 0,0 0 0,0 0 0,0 0 0,0 0 0,0 0 0,1 0 0,-1 0 0,0 0 0,0 0 0,0-1 0,0 1 0,0 0 0,0 0 0,0 0 0,1 0 0,-1 0 0,0 0 0,0 0 0,0-1 0,0 1 0,0 0 0,0 0 0,0 0 0,0 0 0,0 0 0,0-1 0,0 1 0,0 0 0,0 0 0,0 0 0,0 0 0,0 0 0,0-1 0,0 1 0,0 0 0,0 0 0,0 0 0,0 0 0,0 0 0,0-1 0,0 1 0,0 0 0,0 0 0,0 0 0,-1 0 0,1 0 0,0 0 0,0-1 0,0 1 0,0 0 0,0 0 0,-14-4 0,-15 2 0,-44 2 0,45 0 0,26 0 0,10 0 0,9 0 0,-1 0 0,-43 0 0,-44 0 0,43 0 0,23 0 0,11 0 0,53 2 0,-50-1 0,-42-4 0,31 2 0,0 1 0,0-1 0,0 1 0,0-1 0,0 0 0,0 0 0,0 0 0,0 0 0,0 0 0,1 0 0,-1 0 0,0-1 0,1 1 0,-1 0 0,1-1 0,-1 0 0,1 1 0,0-1 0,0 0 0,0 0 0,0 0 0,0 1 0,0-1 0,0 0 0,1 0 0,-1 0 0,1 0 0,-1-1 0,1 1 0,0 0 0,0-3 0,0 3 0,0 0 0,0 1 0,0-1 0,-1 0 0,1 0 0,0 0 0,-1 1 0,1-1 0,-1 0 0,0 1 0,1-1 0,-1 0 0,0 1 0,0-1 0,0 1 0,0-1 0,0 1 0,-1 0 0,1-1 0,0 1 0,-1 0 0,1 0 0,-1 0 0,1 0 0,-1 0 0,1 0 0,-1 0 0,0 1 0,-2-2 0,3 2 0,0 0 0,-1 0 0,1 0 0,0 0 0,0 0 0,-1 0 0,1 1 0,0-1 0,0 0 0,-1 1 0,1-1 0,0 1 0,0-1 0,0 1 0,0-1 0,0 1 0,-1 0 0,1 0 0,0-1 0,-1 2 0,2-2 0,9-19 0,-6 10 0,6-13 0,-9 22 0,0-1 0,0 1 0,1-1 0,-1 1 0,0-1 0,1 1 0,-1 0 0,0-1 0,1 1 0,-1-1 0,0 1 0,1 0 0,-1-1 0,1 1 0,-1 0 0,1 0 0,-1-1 0,1 1 0,-1 0 0,1 0 0,-1 0 0,1 0 0,-1 0 0,1 0 0,-1-1 0,1 1 0,-1 0 0,1 0 0,-1 1 0,1-1 0,-1 0 0,2 0 0,23 4 0,-24-5 0,0 1 0,0 0 0,-1 0 0,1 0 0,0 0 0,0 0 0,0 0 0,0 0 0,0 0 0,0 0 0,0 0 0,0 0 0,0 1 0,0-1 0,0 0 0,-1 1 0,1-1 0,0 1 0,0-1 0,0 1 0,0-1 0,-1 1 0,1-1 0,0 1 0,-1 0 0,1-1 0,0 1 0,-1 0 0,1 0 0,-1-1 0,1 1 0,-1 0 0,0 0 0,1 0 0,-1 0 0,0 0 0,1 0 0,-1-1 0,0 1 0,0 0 0,0 0 0,0 0 0,0 0 0,0 0 0,0 0 0,0 0 0,0 0 0,-1 0 0,1 0 0,0 0 0,-1 1 0,1 3 0,-1 0 0,0 0 0,0-1 0,0 1 0,0 0 0,0 0 0,-1-1 0,0 1 0,0-1 0,-3 5 0,3-8 0,0 1 0,0 0 0,1-1 0,-1 0 0,-1 1 0,1-1 0,0 0 0,0 0 0,0 0 0,-1-1 0,1 1 0,0 0 0,-1-1 0,1 0 0,0 1 0,-1-1 0,1 0 0,-1 0 0,1 0 0,0-1 0,-1 1 0,-3-1 0,2-1 0,0 0 0,-1 1 0,1-1 0,0-1 0,0 1 0,0-1 0,1 0 0,-1 1 0,1-2 0,-1 1 0,1 0 0,0-1 0,0 1 0,-4-7 0,5 7 0,0 0 0,-1 0 0,1-1 0,0 1 0,1 0 0,-1-1 0,1 1 0,-1-1 0,1 0 0,0 1 0,0-1 0,1 0 0,-1 0 0,1 1 0,0-1 0,0 0 0,0 0 0,1-3 0,-1 6 0,0 1 0,0-1 0,0 1 0,0 0 0,0-1 0,0 1 0,0 0 0,0-1 0,0 1 0,0-1 0,0 1 0,0 0 0,0-1 0,1 1 0,-1 0 0,0-1 0,0 1 0,0 0 0,1-1 0,-1 1 0,0 0 0,0 0 0,1-1 0,-1 1 0,0 0 0,1 0 0,-1-1 0,0 1 0,1 0 0,-1 0 0,0 0 0,1 0 0,-1-1 0,0 1 0,1 0 0,-1 0 0,0 0 0,1 0 0,-1 0 0,1 0 0,-1 0 0,0 0 0,1 0 0,-1 0 0,1 0 0,-1 0 0,0 1 0,1-1 0,-1 0 0,0 0 0,1 0 0,-1 0 0,0 1 0,1-1 0,-1 0 0,0 0 0,0 1 0,1-1 0,-1 0 0,0 0 0,0 1 0,1 0 0,0 0 0,0 0 0,0 1 0,-1-1 0,1 1 0,-1 0 0,1-1 0,-1 1 0,1-1 0,-1 1 0,0 0 0,0-1 0,0 1 0,0 0 0,0 1 0,-13 23 0,13-25 0,-1 0 0,1 0 0,-1 0 0,0-1 0,1 1 0,-1 0 0,0 0 0,0-1 0,0 1 0,1 0 0,-1-1 0,0 1 0,0-1 0,0 0 0,0 1 0,0-1 0,0 1 0,0-1 0,0 0 0,0 0 0,0 0 0,0 0 0,0 0 0,0 0 0,0 0 0,-1 0 0,0-7-1365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2:53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 24575,'1'0'0,"0"1"0,-1-1 0,1 1 0,0-1 0,0 1 0,-1-1 0,1 1 0,0 0 0,-1-1 0,1 1 0,0 0 0,-1-1 0,1 1 0,-1 0 0,0 0 0,1 0 0,-1 0 0,1-1 0,-1 1 0,0 0 0,0 0 0,0 0 0,1 0 0,-1 0 0,0 0 0,0 0 0,0 0 0,0 0 0,-1 0 0,1 1 0,0 1 0,0-1 0,0 1 0,0-1 0,0 1 0,-1-1 0,1 1 0,-1-1 0,0 1 0,0-1 0,-2 4 0,3-5 0,0-1 0,0 1 0,-1-1 0,1 1 0,0-1 0,-1 1 0,1-1 0,-1 0 0,1 1 0,0-1 0,-1 1 0,1-1 0,-1 0 0,1 0 0,-1 1 0,1-1 0,-1 0 0,1 0 0,-1 0 0,0 0 0,1 1 0,-1-1 0,1 0 0,-1 0 0,1 0 0,-1 0 0,0 0 0,1 0 0,-1 0 0,1-1 0,-1 1 0,1 0 0,-1 0 0,1 0 0,-1-1 0,1 1 0,-2-1 0,-9-18 0,3 4 0,7 15 2,1 0 0,0 0 0,0 0 0,-1 0 0,1 0 0,0 0 0,0 0 0,0 0 0,-1 0-1,1 0 1,0 0 0,0 0 0,-1 0 0,1 1 0,0-1 0,0 0 0,0 0 0,-1 0 0,1 0 0,0 0 0,0 1 0,0-1-1,0 0 1,-1 0 0,1 0 0,0 0 0,0 1 0,0-1 0,0 0 0,0 0 0,0 1 0,0-1 0,0 0 0,-1 0 0,1 1 0,0-1-1,0 0 1,0 0 0,0 0 0,0 1 0,0-1 0,0 0 0,0 0 0,1 1 0,-1-1 0,0 0 0,0 1 0,-2 13-1460,2-3-5368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2:57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65 24575,'-2'0'0,"-3"0"0,-3 0 0,0-2 0,3-1 0,3-2 0,4 0 0,4-2 0,3 1 0,0-2 0,-1 0 0,-3-3 0,1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3:33:00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31 24575,'-11'0'0,"0"0"0,-1 1 0,1 1 0,0 0 0,-14 4 0,23-5 0,0-1 0,0 1 0,0-1 0,0 1 0,0 0 0,1 0 0,-1 0 0,0-1 0,1 2 0,-1-1 0,0 0 0,1 0 0,-1 0 0,1 1 0,0-1 0,0 1 0,-1-1 0,1 1 0,0 0 0,0-1 0,0 1 0,1 0 0,-1 0 0,0-1 0,1 1 0,-1 0 0,1 0 0,-1 0 0,1 0 0,0 0 0,0 0 0,0 0 0,0 0 0,0 0 0,0 0 0,1 0 0,-1-1 0,1 1 0,0 3 0,0-4 0,-1 1 0,1-1 0,-1 0 0,1 0 0,0 0 0,-1 0 0,1 0 0,0 0 0,0 0 0,0 0 0,0 0 0,0 0 0,0 0 0,0 0 0,0 0 0,0-1 0,0 1 0,0 0 0,0-1 0,0 1 0,1-1 0,-1 1 0,0-1 0,1 0 0,-1 0 0,0 1 0,0-1 0,1 0 0,-1 0 0,0 0 0,1 0 0,-1-1 0,0 1 0,1 0 0,-1 0 0,0-1 0,2 0 0,-1 0 0,0 0 0,0 0 0,0 0 0,0 0 0,0 0 0,0 0 0,0-1 0,0 1 0,-1-1 0,1 1 0,0-1 0,-1 0 0,1 0 0,-1 0 0,0 1 0,0-1 0,0 0 0,0-1 0,0 1 0,1-4 0,-1-36 0,-8 23 0,6 19 0,1-1 0,0 1 0,-1 0 0,1-1 0,-1 1 0,1 0 0,-1 0 0,1-1 0,-1 1 0,1 0 0,-1 0 0,0 0 0,1 0 0,-1 0 0,1 0 0,-1 0 0,1 0 0,-1 0 0,1 0 0,-1 0 0,1 0 0,-1 0 0,1 0 0,-1 0 0,0 0 0,1 1 0,-1-1 0,1 0 0,0 0 0,-1 1 0,0 0 0,-1 1 0,0 0 0,0 0 0,0 0 0,0 1 0,1-1 0,-1 1 0,1-1 0,-1 1 0,1 0 0,0 0 0,0-1 0,0 1 0,1 0 0,-1 0 0,1 0 0,-1 0 0,1 0 0,0 0 0,0 0 0,0 0 0,1 0 0,-1 0 0,1-1 0,0 1 0,-1 0 0,1 0 0,0 0 0,1-1 0,2 6 0,-3-6 0,-1-1 0,1 1 0,0-1 0,0 1 0,0-1 0,0 1 0,0-1 0,0 0 0,0 0 0,1 1 0,-1-1 0,0 0 0,1 0 0,-1 0 0,1 0 0,-1 0 0,1-1 0,0 1 0,-1 0 0,4 0 0,-3-1 0,0-1 0,-1 1 0,1-1 0,0 1 0,0-1 0,0 1 0,-1-1 0,1 0 0,0 0 0,-1 0 0,1 0 0,-1 0 0,1-1 0,-1 1 0,0 0 0,1-1 0,-1 1 0,0-1 0,0 1 0,0-1 0,0 1 0,0-1 0,0 0 0,1-2 0,-1-2 0,1 0 0,-1 0 0,1 0 0,-2 0 0,1 0 0,-1 0 0,0-12 0,0 17 0,0-1 0,0 1 0,-1 0 0,1-1 0,0 1 0,-1-1 0,1 1 0,-1 0 0,1-1 0,-1 1 0,1 0 0,-1-1 0,0 1 0,0 0 0,-1-2 0,1 3 0,0 0 0,1-1 0,-1 1 0,0 0 0,0 0 0,1 0 0,-1 0 0,0 0 0,0 0 0,0 0 0,1 0 0,-1 0 0,0 0 0,0 1 0,0-1 0,1 0 0,-1 0 0,0 1 0,1-1 0,-1 1 0,0-1 0,1 0 0,-1 1 0,0-1 0,1 1 0,-1 0 0,1-1 0,-1 1 0,1-1 0,-2 2 0,0 1 0,-1 0 0,1 0 0,0 0 0,0 0 0,0 0 0,0 0 0,1 0 0,-1 1 0,1-1 0,0 1 0,0-1 0,0 1 0,1-1 0,-1 1 0,1 0 0,-1-1 0,1 1 0,1-1 0,0 8 0,-1-9 0,1 1 0,-1-1 0,1 0 0,0 1 0,0-1 0,0 0 0,0 0 0,0 0 0,0 0 0,0 0 0,1 0 0,-1 0 0,1 0 0,-1-1 0,1 1 0,0 0 0,0-1 0,0 0 0,0 1 0,0-1 0,0 0 0,0 0 0,0 0 0,0 0 0,1 0 0,-1-1 0,0 1 0,1-1 0,-1 1 0,4-1 0,-3 0 0,0 0 0,-1 0 0,1 0 0,0 0 0,0-1 0,0 1 0,0-1 0,-1 0 0,1 0 0,0 0 0,-1 0 0,1 0 0,-1 0 0,1-1 0,-1 0 0,0 1 0,1-1 0,-1 0 0,0 0 0,0 0 0,0 0 0,-1 0 0,1-1 0,0 1 0,-1-1 0,2-2 0,-1 1 0,-1 0 0,1-1 0,-1 1 0,0 0 0,0-1 0,-1 1 0,1-1 0,-1 1 0,0-1 0,0 1 0,-1-1 0,1 1 0,-1-1 0,0 1 0,0 0 0,-3-7 0,3 8 0,-1 1 0,1 0 0,-1-1 0,0 1 0,0 0 0,0 0 0,0 0 0,-1 1 0,1-1 0,0 0 0,-1 1 0,1 0 0,-1-1 0,1 1 0,-1 0 0,0 0 0,1 1 0,-1-1 0,0 0 0,0 1 0,0 0 0,0 0 0,1 0 0,-1 0 0,0 0 0,0 0 0,0 1 0,1-1 0,-1 1 0,0 0 0,0 0 0,1 0 0,-1 0 0,1 0 0,-1 1 0,1-1 0,-1 1 0,1-1 0,0 1 0,0 0 0,0 0 0,0 0 0,0 0 0,0 1 0,1-1 0,-1 0 0,1 1 0,-1-1 0,-1 4 0,3-2 0,-1 0 0,0-1 0,1 1 0,0 0 0,0 0 0,0-1 0,1 1 0,-1 0 0,1 0 0,-1-1 0,1 1 0,1 0 0,-1-1 0,0 1 0,1-1 0,0 0 0,0 0 0,0 1 0,0-1 0,0 0 0,0 0 0,6 4 0,-6-6 0,0 1 0,0 0 0,1-1 0,-1 0 0,1 0 0,0 0 0,-1 0 0,1 0 0,0 0 0,-1 0 0,1-1 0,0 0 0,0 1 0,-1-1 0,1 0 0,0 0 0,0-1 0,0 1 0,-1-1 0,1 1 0,0-1 0,-1 0 0,1 0 0,0 0 0,-1 0 0,1 0 0,-1-1 0,0 1 0,1-1 0,-1 0 0,2-1 0,-2 1 0,1 0 0,-1 0 0,0-1 0,0 1 0,-1 0 0,1-1 0,0 1 0,-1-1 0,1 1 0,-1-1 0,0 0 0,0 0 0,0 1 0,0-1 0,-1 0 0,1 0 0,-1 0 0,1 0 0,-1 0 0,0 0 0,0 0 0,-1 0 0,1 0 0,-1 0 0,1 0 0,-1 0 0,0 1 0,-2-5 0,2 5 0,1 0 0,-1 0 0,-1 1 0,1-1 0,0 0 0,0 1 0,-1-1 0,1 1 0,0 0 0,-1-1 0,0 1 0,1 0 0,-1 0 0,0 0 0,1 0 0,-1 0 0,0 0 0,0 1 0,0-1 0,0 1 0,0-1 0,0 1 0,0 0 0,0-1 0,0 1 0,0 0 0,0 0 0,0 1 0,0-1 0,0 0 0,0 1 0,1-1 0,-1 1 0,0 0 0,0-1 0,0 1 0,0 0 0,1 0 0,-1 0 0,0 0 0,1 1 0,-3 1 0,1-1 0,1 1 0,-1 0 0,1 1 0,-1-1 0,1 0 0,0 1 0,0-1 0,-2 7 0,3-9 0,1 0 0,-1 1 0,0-1 0,1 0 0,-1 1 0,1-1 0,0 0 0,-1 1 0,1-1 0,0 0 0,0 1 0,0-1 0,-1 1 0,2-1 0,-1 1 0,0-1 0,0 0 0,0 1 0,1-1 0,-1 1 0,1-1 0,-1 0 0,1 1 0,-1-1 0,2 2 0,-1-3 3,-1 1-1,0-1 0,1 0 1,-1 0-1,0 0 0,1 0 1,-1 0-1,0 0 0,1 0 1,-1 0-1,1 0 0,-1 0 1,0 0-1,1 0 0,-1 0 1,0 0-1,1 0 1,-1 0-1,0 0 0,1-1 1,-1 1-1,0 0 0,1 0 1,-1 0-1,0 0 0,1-1 1,-1 1-1,0 0 0,0 0 1,1-1-1,-1 1 0,0 0 1,0-1-1,0 1 0,1 0 1,-1-1-1,0 1 0,0 0 1,0-1-1,0 1 0,0 0 1,0-1-1,1 1 1,-1 0-1,0-1 0,0 1 1,0 0-1,0-1 0,0 1 1,-1-1-1,1-20-1487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4:04:31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117 112 24575,'1'1'0,"-1"-1"0,0 1 0,1-1 0,-1 0 0,0 1 0,1-1 0,-1 0 0,1 1 0,-1-1 0,1 0 0,-1 1 0,1-1 0,-1 0 0,1 0 0,-1 0 0,1 1 0,-1-1 0,1 0 0,-1 0 0,1 0 0,-1 0 0,1 0 0,-1 0 0,1 0 0,-1 0 0,1 0 0,0 0 0,-1 0 0,1-1 0,-1 1 0,1 0 0,-1 0 0,1 0 0,-1-1 0,1 1 0,-1 0 0,0-1 0,1 1 0,-1 0 0,1-1 0,-1 1 0,0 0 0,1-1 0,-1 1 0,0-1 0,1 1 0,-1-1 0,0 1 0,0-1 0,1 1 0,-1-1 0,0 1 0,0-1 0,0 1 0,0-1 0,0 1 0,0-1 0,0 1 0,0-1 0,0 0 0,0 1 0,0-1 0,0 0 0,0 0 0,0 0 0,0 0 0,0 0 0,0 0 0,0 0 0,0 0 0,0 0 0,-1 0 0,1 0 0,0 0 0,-1 0 0,1 0 0,-1 0 0,1 0 0,-1 0 0,1 0 0,-1 1 0,1-1 0,-1 0 0,0 0 0,1 1 0,-3-2 0,3 2 0,-1 0 0,1-1 0,-1 1 0,0 0 0,1 0 0,-1 0 0,0 0 0,1 0 0,-1 0 0,0 0 0,1 1 0,-1-1 0,1 0 0,-1 0 0,0 0 0,1 1 0,-1-1 0,1 0 0,-1 1 0,1-1 0,-1 0 0,1 1 0,-1-1 0,0 1 0,0 0 0,1-1 0,-1 0 0,1 1 0,-1-1 0,1 1 0,-1-1 0,0 1 0,1 0 0,0-1 0,-1 1 0,1 0 0,-1-1 0,1 1 0,0 0 0,0-1 0,-1 1 0,1 0 0,0-1 0,0 1 0,0 0 0,0 0 0,0-1 0,0 1 0,0 0 0,0 0 0,0-1 0,0 1 0,0 0 0,0 0 0,0-1 0,1 1 0,-1 0 0,0 0 0,1-1 0,-1 1 0,0-1 0,1 1 0,-1 0 0,1-1 0,-1 1 0,1-1 0,-1 1 0,1-1 0,-1 1 0,1-1 0,0 1 0,-1-1 0,1 0 0,0 1 0,0-1 0,-1 1 0,0-1 0,0 0 0,0 0 0,1 0 0,-1 0 0,0 0 0,0 0 0,0 0 0,0 0 0,0 0 0,0 0 0,0 0 0,0 1 0,1-1 0,-1 0 0,0 0 0,0 0 0,0 0 0,0 0 0,0 0 0,0 0 0,1 0 0,-1 0 0,0 0 0,0 0 0,0 0 0,0 0 0,0 0 0,0 0 0,1 0 0,-1 0 0,0 0 0,0-1 0,0 1 0,0 0 0,0 0 0,0 0 0,0 0 0,1 0 0,-1 0 0,0 0 0,0 0 0,0 0 0,0 0 0,0-1 0,0 1 0,0 0 0,0 0 0,0 0 0,0 0 0,0 0 0,0 0 0,0 0 0,0-1 0,0 1 0,1 0 0,-1 0 0,0 0 0,0 0 0,0 0 0,0 0 0,-1-1 0,1 1 0,0 0 0,0 0 0,0 0 0,0 0 0,-6-11 0,-1 7 0,11 18 0,0-4 0,6 15 0,-10-25 0,1 0 0,-1 1 0,0-1 0,1 0 0,-1 1 0,0-1 0,1 0 0,-1 1 0,1-1 0,-1 0 0,0 0 0,1 1 0,-1-1 0,1 0 0,-1 0 0,1 0 0,-1 0 0,1 0 0,-1 1 0,1-1 0,-1 0 0,1 0 0,-1 0 0,1 0 0,-1-1 0,0 1 0,1 0 0,-1 0 0,1 0 0,-1 0 0,1 0 0,-1-1 0,1 1 0,-1 0 0,1 0 0,-1-1 0,0 1 0,1 0 0,-1 0 0,0-1 0,1 1 0,-1-1 0,0 1 0,1 0 0,-1-2 0,1 2 0,-1 0 0,0 0 0,0-1 0,1 1 0,-1 0 0,0-1 0,0 1 0,1 0 0,-1-1 0,0 1 0,0 0 0,0-1 0,0 1 0,0-1 0,0 1 0,1 0 0,-1-1 0,0 1 0,0-1 0,0 1 0,0 0 0,0-1 0,-1 1 0,1-1 0,0 1 0,0 0 0,0-1 0,0 1 0,0 0 0,0-1 0,-1 1 0,1 0 0,0-1 0,0 1 0,-1 0 0,1-1 0,-18-11 0,-20-2 0,15 15 0,19 1 0,11-3 0,-7 1 0,0 0 0,0 0 0,0 0 0,0 0 0,0 0 0,-1 0 0,1 0 0,0 0 0,0 0 0,0 0 0,0 0 0,0 0 0,0 0 0,0 0 0,0 0 0,-1 0 0,1 0 0,0 0 0,0 0 0,0 0 0,0 0 0,0 0 0,0 0 0,0 0 0,0 0 0,-1 0 0,1 0 0,0 0 0,0 0 0,0 0 0,0 0 0,0-1 0,0 1 0,0 0 0,0 0 0,0 0 0,0 0 0,0 0 0,0 0 0,0 0 0,0 0 0,-1 0 0,1-1 0,0 1 0,0 0 0,0 0 0,0 0 0,0 0 0,0 0 0,0-1 0,-1 3 0,12 4 0,-2-3 0,0 0 0,1-1 0,-1 0 0,1-1 0,-1 0 0,1 0 0,0-1 0,-1 0 0,15-2 0,-21 2 0,-1-1 0,0 1 0,1 0 0,-1-1 0,0 1 0,1-1 0,-1 0 0,0 0 0,0 1 0,0-2 0,0 1 0,0 0 0,0 0 0,0-1 0,0 1 0,0-1 0,-1 1 0,1-1 0,-1 0 0,1 0 0,-1 1 0,1-1 0,-1 0 0,0 0 0,0-1 0,0 1 0,0 0 0,-1 0 0,1 0 0,0-1 0,-1 1 0,0 0 0,1-1 0,-1 1 0,0 0 0,0-1 0,0 1 0,-1 0 0,1-1 0,-1 1 0,1 0 0,-1 0 0,-1-5 0,0 4 0,1 0 0,-1 0 0,0 1 0,0-1 0,0 0 0,0 1 0,-1 0 0,1-1 0,-1 1 0,1 0 0,-1 0 0,0 0 0,1 1 0,-1-1 0,0 1 0,0-1 0,-1 1 0,1 0 0,0 0 0,0 1 0,-7-2 0,4 1 0,-1 0 0,0 0 0,1 1 0,-1 0 0,1 0 0,-1 1 0,0-1 0,1 1 0,-1 1 0,-7 2 0,12-3 0,0 0 0,0 0 0,0 0 0,0 1 0,1-1 0,-1 1 0,0-1 0,1 1 0,-1-1 0,1 1 0,-1 0 0,1 0 0,0 0 0,0 0 0,0 0 0,0 0 0,0 0 0,1 0 0,-1 0 0,0 0 0,1 0 0,0 1 0,-1-1 0,1 0 0,0 0 0,0 4 0,0-5 0,1 1 0,-1 0 0,0 0 0,0-1 0,1 1 0,-1 0 0,1 0 0,0-1 0,-1 1 0,1 0 0,0-1 0,0 1 0,0-1 0,0 1 0,0-1 0,0 0 0,1 1 0,-1-1 0,0 0 0,1 0 0,-1 0 0,1 0 0,-1 0 0,1 0 0,-1 0 0,1-1 0,0 1 0,-1 0 0,1-1 0,0 1 0,0-1 0,2 0 0,51-4 0,-33-6 0,-21 9 0,-1 1 0,0-1 0,0 0 0,0 1 0,0-1 0,0 1 0,0-1 0,0 1 0,0-1 0,0 0 0,0 1 0,0-1 0,0 1 0,0-1 0,0 0 0,-1 1 0,1-1 0,0 1 0,0-1 0,-1 1 0,1-1 0,0 1 0,-1-1 0,1 1 0,0-1 0,-1 1 0,1 0 0,-1-1 0,1 1 0,-1 0 0,1-1 0,-1 1 0,1 0 0,-1-1 0,1 1 0,-2 0 0,-3-3 0,0 0 0,0 1 0,-1 0 0,1 0 0,-1 0 0,1 0 0,-1 1 0,0 0 0,1 0 0,-1 1 0,0 0 0,0 0 0,1 0 0,-1 0 0,0 1 0,-9 2 0,13-2 0,-1 0 0,1-1 0,0 1 0,-1 0 0,1 0 0,0 0 0,0 0 0,0 1 0,0-1 0,0 0 0,0 1 0,0 0 0,0-1 0,0 1 0,1 0 0,-1 0 0,1 0 0,-1 0 0,1 0 0,0 0 0,0 0 0,0 1 0,0-1 0,0 0 0,1 1 0,-1-1 0,0 1 0,1-1 0,0 0 0,0 1 0,0-1 0,0 1 0,0-1 0,0 1 0,1-1 0,-1 1 0,1-1 0,-1 0 0,1 1 0,2 3 0,-2-4 0,1 1 0,-1-1 0,0 0 0,1 0 0,0 0 0,-1 0 0,1-1 0,0 1 0,0 0 0,0-1 0,0 1 0,0-1 0,0 0 0,0 0 0,1 0 0,-1 0 0,0 0 0,1 0 0,-1 0 0,1-1 0,-1 1 0,1-1 0,4 0 0,69-1 0,-47-1 0,-28 3 0,1-1 0,-1 0 0,0 0 0,0 0 0,0 0 0,0 0 0,1 0 0,-1 0 0,0 0 0,0 0 0,0 0 0,0-1 0,0 1 0,1 0 0,-1-1 0,0 1 0,0-1 0,0 1 0,0-1 0,0 0 0,0 1 0,-1-1 0,2-1 0,-2 1 0,-1 0 0,1 0 0,-1 0 0,1 0 0,-1 0 0,0 0 0,0 0 0,1 1 0,-1-1 0,0 0 0,0 0 0,0 1 0,0-1 0,0 0 0,0 1 0,0-1 0,-2 0 0,-57-24 0,50 22 0,0 1 0,-1 0 0,1 1 0,0 0 0,-1 0 0,1 1 0,0 1 0,-1 0 0,-18 4 0,28-5 0,1 0 0,-1 0 0,1 0 0,-1 0 0,0 0 0,1 1 0,-1-1 0,1 0 0,-1 0 0,1 1 0,-1-1 0,1 0 0,0 1 0,-1-1 0,1 0 0,-1 1 0,1-1 0,0 1 0,-1-1 0,1 1 0,0-1 0,-1 1 0,1-1 0,0 1 0,0-1 0,-1 1 0,1-1 0,0 1 0,0 0 0,0-1 0,0 1 0,0-1 0,0 1 0,0-1 0,0 2 0,16 14 0,-10-13 0,0 1 0,0-2 0,0 1 0,0 0 0,11 2 0,18-10 0,-26-2 0,-23-1 0,1 7 0,18 10 0,20 10 0,-12-16 0,0-1 0,0 0 0,0-1 0,0-1 0,22-1 0,-27 0 0,-6 1-24,-4 0 81,-5 0-1455,-2 0-5428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4:04:31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505 128 24575,'0'7'0,"0"-13"0,0-29 0,0 26 0,0-1 0,-1 1 0,0-1 0,-1 1 0,0-1 0,0 1 0,-5-10 0,7 19 0,0-1 0,-1 0 0,1 1 0,-1-1 0,1 1 0,-1-1 0,1 1 0,-1-1 0,1 1 0,-1 0 0,1-1 0,-1 1 0,1-1 0,-1 1 0,0 0 0,1 0 0,-1-1 0,0 1 0,1 0 0,-1 0 0,0 0 0,1 0 0,-1 0 0,0 0 0,0 0 0,1 0 0,-1 0 0,0 0 0,1 0 0,-1 0 0,0 0 0,1 1 0,-2-1 0,-23 21 0,23-19 0,0 1 0,0-1 0,0 1 0,0-1 0,1 1 0,-1 0 0,1 0 0,-1 0 0,1 0 0,0 0 0,0 0 0,0 0 0,1 0 0,-1 0 0,1 0 0,0 0 0,0 6 0,0-9 0,1 1 0,-1 0 0,1 0 0,0 0 0,-1-1 0,1 1 0,0 0 0,-1-1 0,1 1 0,0 0 0,0-1 0,0 1 0,0-1 0,-1 0 0,1 1 0,0-1 0,0 0 0,0 1 0,0-1 0,0 0 0,0 0 0,0 0 0,0 0 0,0 0 0,0 0 0,0 0 0,0 0 0,0 0 0,0 0 0,0 0 0,0-1 0,-1 1 0,2-1 0,0 1 0,0-1 0,0 0 0,-1 0 0,1 1 0,-1-1 0,1 0 0,-1 0 0,1-1 0,-1 1 0,1 0 0,-1 0 0,0-1 0,0 1 0,0-1 0,2-2 0,-3 4 0,0 1 0,-1-1 0,1 1 0,0 0 0,-1-1 0,1 1 0,0 0 0,0 0 0,0-1 0,0 1 0,0 0 0,0-1 0,0 1 0,0 0 0,0 0 0,0-1 0,0 1 0,0 0 0,0-1 0,0 1 0,1 0 0,-1-1 0,0 1 0,1 0 0,-1-1 0,0 1 0,1 0 0,-1-1 0,1 1 0,-1-1 0,1 1 0,-1-1 0,1 1 0,-1-1 0,1 1 0,0-1 0,-1 0 0,1 1 0,0-1 0,0 1 0,36 4 0,-33-5 0,-1 0 0,0 0 0,0 0 0,0 1 0,1-1 0,-1 1 0,0 0 0,5 2 0,-15 0 0,1 0 0,-1 1 0,1 0 0,0 0 0,-7 6 0,12-9 0,0 0 0,1 0 0,-1 0 0,0 0 0,1 0 0,-1 0 0,1 0 0,-1 0 0,1 0 0,0 0 0,-1 0 0,1 0 0,0 0 0,0 0 0,0 0 0,-1 1 0,1-1 0,0 0 0,1 0 0,-1 0 0,0 0 0,0 0 0,0 0 0,1 0 0,-1 1 0,0-1 0,1 0 0,-1 0 0,1 0 0,-1 0 0,1 0 0,0-1 0,-1 1 0,1 0 0,0 0 0,0 0 0,0-1 0,0 1 0,-1 0 0,1-1 0,0 1 0,0 0 0,0-1 0,0 1 0,0-1 0,1 0 0,-1 1 0,1-1 0,0 0 0,-1 1 0,1-1 0,-1 0 0,1 0 0,0 0 0,-1 0 0,1-1 0,0 1 0,-1 0 0,1-1 0,0 1 0,-1-1 0,1 0 0,-1 1 0,1-1 0,-1 0 0,0 0 0,1 0 0,-1 0 0,0 0 0,1 0 0,-1 0 0,0-1 0,0 1 0,0 0 0,0-1 0,0 1 0,-1 0 0,1-1 0,0 1 0,0-1 0,-1 0 0,1 1 0,-1-1 0,1-2 0,2-14 0,5-24 0,-8 42 0,0 0 0,0 0 0,0 1 0,0-1 0,0 0 0,0 0 0,0 0 0,0 0 0,0 0 0,0 0 0,-1 0 0,1 0 0,0 0 0,0 0 0,0 0 0,0 0 0,0 0 0,0 1 0,0-1 0,0 0 0,0 0 0,0 0 0,0 0 0,-1 0 0,1 0 0,0 0 0,0 0 0,0 0 0,0 0 0,0 0 0,0 0 0,0 0 0,0 0 0,0 0 0,-1 0 0,1 0 0,0 0 0,0 0 0,0 0 0,0 0 0,0-1 0,-12 29 0,3-9 0,8-31 0,1 8 0,0 1 0,0 0 0,0 0 0,0 0 0,-1 0 0,1 0 0,-1 0 0,0 0 0,0 0 0,0 0 0,0 0 0,0 1 0,-1-1 0,-2-4 0,1 6 0,0-1 0,0 1 0,0-1 0,0 1 0,-1 0 0,1 0 0,0 1 0,-1-1 0,-4 0 0,-9 2 0,19 0 0,0 0 0,0 0 0,0 0 0,0 1 0,0-1 0,0 0 0,0 1 0,-1-1 0,1 1 0,-1 0 0,1 0 0,-1-1 0,0 1 0,1 0 0,-1 0 0,0 0 0,0 0 0,0 0 0,-1 1 0,1-1 0,-1 0 0,1 0 0,-1 1 0,1-1 0,-1 0 0,0 0 0,0 1 0,0-1 0,-1 0 0,0 4 0,1 2 0,-1 0 0,0 0 0,-1 0 0,1-1 0,-1 1 0,-1-1 0,-6 14 0,7-17 0,-1 0 0,-1-1 0,1 1 0,0-1 0,-1 0 0,1 0 0,-1 0 0,0 0 0,0-1 0,-1 1 0,1-1 0,0 0 0,-1 0 0,1-1 0,-1 1 0,1-1 0,-1 0 0,-5 0 0,-11 2 0,-1-2 0,-37-1 0,31-1 0,-98-13 0,174 16 0,35 0 0,-76-2 0,1-1 0,-1 0 0,1 0 0,-1 0 0,0-1 0,1 0 0,-1-1 0,9-4 0,-16 7 0,0 0 0,0 0 0,0 0 0,0 0 0,0 0 0,1 0 0,-1 0 0,0 0 0,0 0 0,0 0 0,0 0 0,0 0 0,1 0 0,-1 0 0,0 0 0,0 0 0,0-1 0,0 1 0,0 0 0,0 0 0,0 0 0,1 0 0,-1 0 0,0 0 0,0 0 0,0-1 0,0 1 0,0 0 0,0 0 0,0 0 0,0 0 0,0 0 0,0-1 0,0 1 0,0 0 0,0 0 0,0 0 0,0 0 0,0 0 0,0-1 0,0 1 0,0 0 0,0 0 0,0 0 0,0 0 0,0 0 0,0-1 0,0 1 0,0 0 0,0 0 0,0 0 0,-1 0 0,1 0 0,0 0 0,0-1 0,0 1 0,0 0 0,0 0 0,-14-4 0,-15 2 0,-44 2 0,45 0 0,26 0 0,10 0 0,9 0 0,-1 0 0,-43 0 0,-44 0 0,43 0 0,23 0 0,11 0 0,53 2 0,-50-1 0,-42-4 0,31 2 0,0 1 0,0-1 0,0 1 0,0-1 0,0 0 0,0 0 0,0 0 0,0 0 0,0 0 0,1 0 0,-1 0 0,0-1 0,1 1 0,-1 0 0,1-1 0,-1 0 0,1 1 0,0-1 0,0 0 0,0 0 0,0 0 0,0 1 0,0-1 0,0 0 0,1 0 0,-1 0 0,1 0 0,-1-1 0,1 1 0,0 0 0,0-3 0,0 3 0,0 0 0,0 1 0,0-1 0,-1 0 0,1 0 0,0 0 0,-1 1 0,1-1 0,-1 0 0,0 1 0,1-1 0,-1 0 0,0 1 0,0-1 0,0 1 0,0-1 0,0 1 0,-1 0 0,1-1 0,0 1 0,-1 0 0,1 0 0,-1 0 0,1 0 0,-1 0 0,1 0 0,-1 0 0,0 1 0,-2-2 0,3 2 0,0 0 0,-1 0 0,1 0 0,0 0 0,0 0 0,-1 0 0,1 1 0,0-1 0,0 0 0,-1 1 0,1-1 0,0 1 0,0-1 0,0 1 0,0-1 0,0 1 0,-1 0 0,1 0 0,0-1 0,-1 2 0,2-2 0,9-19 0,-6 10 0,6-13 0,-9 22 0,0-1 0,0 1 0,1-1 0,-1 1 0,0-1 0,1 1 0,-1 0 0,0-1 0,1 1 0,-1-1 0,0 1 0,1 0 0,-1-1 0,1 1 0,-1 0 0,1 0 0,-1-1 0,1 1 0,-1 0 0,1 0 0,-1 0 0,1 0 0,-1 0 0,1 0 0,-1-1 0,1 1 0,-1 0 0,1 0 0,-1 1 0,1-1 0,-1 0 0,2 0 0,23 4 0,-24-5 0,0 1 0,0 0 0,-1 0 0,1 0 0,0 0 0,0 0 0,0 0 0,0 0 0,0 0 0,0 0 0,0 0 0,0 0 0,0 1 0,0-1 0,0 0 0,-1 1 0,1-1 0,0 1 0,0-1 0,0 1 0,0-1 0,-1 1 0,1-1 0,0 1 0,-1 0 0,1-1 0,0 1 0,-1 0 0,1 0 0,-1-1 0,1 1 0,-1 0 0,0 0 0,1 0 0,-1 0 0,0 0 0,1 0 0,-1-1 0,0 1 0,0 0 0,0 0 0,0 0 0,0 0 0,0 0 0,0 0 0,0 0 0,0 0 0,-1 0 0,1 0 0,0 0 0,-1 1 0,1 3 0,-1 0 0,0 0 0,0-1 0,0 1 0,0 0 0,0 0 0,-1-1 0,0 1 0,0-1 0,-3 5 0,3-8 0,0 1 0,0 0 0,1-1 0,-1 0 0,-1 1 0,1-1 0,0 0 0,0 0 0,0 0 0,-1-1 0,1 1 0,0 0 0,-1-1 0,1 0 0,0 1 0,-1-1 0,1 0 0,-1 0 0,1 0 0,0-1 0,-1 1 0,-3-1 0,2-1 0,0 0 0,-1 1 0,1-1 0,0-1 0,0 1 0,0-1 0,1 0 0,-1 1 0,1-2 0,-1 1 0,1 0 0,0-1 0,0 1 0,-4-7 0,5 7 0,0 0 0,-1 0 0,1-1 0,0 1 0,1 0 0,-1-1 0,1 1 0,-1-1 0,1 0 0,0 1 0,0-1 0,1 0 0,-1 0 0,1 1 0,0-1 0,0 0 0,0 0 0,1-3 0,-1 6 0,0 1 0,0-1 0,0 1 0,0 0 0,0-1 0,0 1 0,0 0 0,0-1 0,0 1 0,0-1 0,0 1 0,0 0 0,0-1 0,1 1 0,-1 0 0,0-1 0,0 1 0,0 0 0,1-1 0,-1 1 0,0 0 0,0 0 0,1-1 0,-1 1 0,0 0 0,1 0 0,-1-1 0,0 1 0,1 0 0,-1 0 0,0 0 0,1 0 0,-1-1 0,0 1 0,1 0 0,-1 0 0,0 0 0,1 0 0,-1 0 0,1 0 0,-1 0 0,0 0 0,1 0 0,-1 0 0,1 0 0,-1 0 0,0 1 0,1-1 0,-1 0 0,0 0 0,1 0 0,-1 0 0,0 1 0,1-1 0,-1 0 0,0 0 0,0 1 0,1-1 0,-1 0 0,0 0 0,0 1 0,1 0 0,0 0 0,0 0 0,0 1 0,-1-1 0,1 1 0,-1 0 0,1-1 0,-1 1 0,1-1 0,-1 1 0,0 0 0,0-1 0,0 1 0,0 0 0,0 1 0,-13 23 0,13-25 0,-1 0 0,1 0 0,-1 0 0,0-1 0,1 1 0,-1 0 0,0 0 0,0-1 0,0 1 0,1 0 0,-1-1 0,0 1 0,0-1 0,0 0 0,0 1 0,0-1 0,0 1 0,0-1 0,0 0 0,0 0 0,0 0 0,0 0 0,0 0 0,0 0 0,0 0 0,-1 0 0,0-7-1365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4:04:31.3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 24575,'1'0'0,"0"1"0,-1-1 0,1 1 0,0-1 0,0 1 0,-1-1 0,1 1 0,0 0 0,-1-1 0,1 1 0,0 0 0,-1-1 0,1 1 0,-1 0 0,0 0 0,1 0 0,-1 0 0,1-1 0,-1 1 0,0 0 0,0 0 0,0 0 0,1 0 0,-1 0 0,0 0 0,0 0 0,0 0 0,0 0 0,-1 0 0,1 1 0,0 1 0,0-1 0,0 1 0,0-1 0,0 1 0,-1-1 0,1 1 0,-1-1 0,0 1 0,0-1 0,-2 4 0,3-5 0,0-1 0,0 1 0,-1-1 0,1 1 0,0-1 0,-1 1 0,1-1 0,-1 0 0,1 1 0,0-1 0,-1 1 0,1-1 0,-1 0 0,1 0 0,-1 1 0,1-1 0,-1 0 0,1 0 0,-1 0 0,0 0 0,1 1 0,-1-1 0,1 0 0,-1 0 0,1 0 0,-1 0 0,0 0 0,1 0 0,-1 0 0,1-1 0,-1 1 0,1 0 0,-1 0 0,1 0 0,-1-1 0,1 1 0,-2-1 0,-9-18 0,3 4 0,7 15 2,1 0 0,0 0 0,0 0 0,-1 0 0,1 0 0,0 0 0,0 0 0,0 0 0,-1 0-1,1 0 1,0 0 0,0 0 0,-1 0 0,1 1 0,0-1 0,0 0 0,0 0 0,-1 0 0,1 0 0,0 0 0,0 1 0,0-1-1,0 0 1,-1 0 0,1 0 0,0 0 0,0 1 0,0-1 0,0 0 0,0 0 0,0 1 0,0-1 0,0 0 0,-1 0 0,1 1 0,0-1-1,0 0 1,0 0 0,0 0 0,0 1 0,0-1 0,0 0 0,0 0 0,1 1 0,-1-1 0,0 0 0,0 1 0,-2 13-1460,2-3-5368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4:04:31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65 24575,'-2'0'0,"-3"0"0,-3 0 0,0-2 0,3-1 0,3-2 0,4 0 0,4-2 0,3 1 0,0-2 0,-1 0 0,-3-3 0,1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5T14:04:31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31 24575,'-11'0'0,"0"0"0,-1 1 0,1 1 0,0 0 0,-14 4 0,23-5 0,0-1 0,0 1 0,0-1 0,0 1 0,0 0 0,1 0 0,-1 0 0,0-1 0,1 2 0,-1-1 0,0 0 0,1 0 0,-1 0 0,1 1 0,0-1 0,0 1 0,-1-1 0,1 1 0,0 0 0,0-1 0,0 1 0,1 0 0,-1 0 0,0-1 0,1 1 0,-1 0 0,1 0 0,-1 0 0,1 0 0,0 0 0,0 0 0,0 0 0,0 0 0,0 0 0,0 0 0,1 0 0,-1-1 0,1 1 0,0 3 0,0-4 0,-1 1 0,1-1 0,-1 0 0,1 0 0,0 0 0,-1 0 0,1 0 0,0 0 0,0 0 0,0 0 0,0 0 0,0 0 0,0 0 0,0 0 0,0 0 0,0-1 0,0 1 0,0 0 0,0-1 0,0 1 0,1-1 0,-1 1 0,0-1 0,1 0 0,-1 0 0,0 1 0,0-1 0,1 0 0,-1 0 0,0 0 0,1 0 0,-1-1 0,0 1 0,1 0 0,-1 0 0,0-1 0,2 0 0,-1 0 0,0 0 0,0 0 0,0 0 0,0 0 0,0 0 0,0 0 0,0-1 0,0 1 0,-1-1 0,1 1 0,0-1 0,-1 0 0,1 0 0,-1 0 0,0 1 0,0-1 0,0 0 0,0-1 0,0 1 0,1-4 0,-1-36 0,-8 23 0,6 19 0,1-1 0,0 1 0,-1 0 0,1-1 0,-1 1 0,1 0 0,-1 0 0,1-1 0,-1 1 0,1 0 0,-1 0 0,0 0 0,1 0 0,-1 0 0,1 0 0,-1 0 0,1 0 0,-1 0 0,1 0 0,-1 0 0,1 0 0,-1 0 0,1 0 0,-1 0 0,0 0 0,1 1 0,-1-1 0,1 0 0,0 0 0,-1 1 0,0 0 0,-1 1 0,0 0 0,0 0 0,0 0 0,0 1 0,1-1 0,-1 1 0,1-1 0,-1 1 0,1 0 0,0 0 0,0-1 0,0 1 0,1 0 0,-1 0 0,1 0 0,-1 0 0,1 0 0,0 0 0,0 0 0,0 0 0,1 0 0,-1 0 0,1-1 0,0 1 0,-1 0 0,1 0 0,0 0 0,1-1 0,2 6 0,-3-6 0,-1-1 0,1 1 0,0-1 0,0 1 0,0-1 0,0 1 0,0-1 0,0 0 0,0 0 0,1 1 0,-1-1 0,0 0 0,1 0 0,-1 0 0,1 0 0,-1 0 0,1-1 0,0 1 0,-1 0 0,4 0 0,-3-1 0,0-1 0,-1 1 0,1-1 0,0 1 0,0-1 0,0 1 0,-1-1 0,1 0 0,0 0 0,-1 0 0,1 0 0,-1 0 0,1-1 0,-1 1 0,0 0 0,1-1 0,-1 1 0,0-1 0,0 1 0,0-1 0,0 1 0,0-1 0,0 0 0,1-2 0,-1-2 0,1 0 0,-1 0 0,1 0 0,-2 0 0,1 0 0,-1 0 0,0-12 0,0 17 0,0-1 0,0 1 0,-1 0 0,1-1 0,0 1 0,-1-1 0,1 1 0,-1 0 0,1-1 0,-1 1 0,1 0 0,-1-1 0,0 1 0,0 0 0,-1-2 0,1 3 0,0 0 0,1-1 0,-1 1 0,0 0 0,0 0 0,1 0 0,-1 0 0,0 0 0,0 0 0,0 0 0,1 0 0,-1 0 0,0 0 0,0 1 0,0-1 0,1 0 0,-1 0 0,0 1 0,1-1 0,-1 1 0,0-1 0,1 0 0,-1 1 0,0-1 0,1 1 0,-1 0 0,1-1 0,-1 1 0,1-1 0,-2 2 0,0 1 0,-1 0 0,1 0 0,0 0 0,0 0 0,0 0 0,0 0 0,1 0 0,-1 1 0,1-1 0,0 1 0,0-1 0,0 1 0,1-1 0,-1 1 0,1 0 0,-1-1 0,1 1 0,1-1 0,0 8 0,-1-9 0,1 1 0,-1-1 0,1 0 0,0 1 0,0-1 0,0 0 0,0 0 0,0 0 0,0 0 0,0 0 0,1 0 0,-1 0 0,1 0 0,-1-1 0,1 1 0,0 0 0,0-1 0,0 0 0,0 1 0,0-1 0,0 0 0,0 0 0,0 0 0,0 0 0,1 0 0,-1-1 0,0 1 0,1-1 0,-1 1 0,4-1 0,-3 0 0,0 0 0,-1 0 0,1 0 0,0 0 0,0-1 0,0 1 0,0-1 0,-1 0 0,1 0 0,0 0 0,-1 0 0,1 0 0,-1 0 0,1-1 0,-1 0 0,0 1 0,1-1 0,-1 0 0,0 0 0,0 0 0,0 0 0,-1 0 0,1-1 0,0 1 0,-1-1 0,2-2 0,-1 1 0,-1 0 0,1-1 0,-1 1 0,0 0 0,0-1 0,-1 1 0,1-1 0,-1 1 0,0-1 0,0 1 0,-1-1 0,1 1 0,-1-1 0,0 1 0,0 0 0,-3-7 0,3 8 0,-1 1 0,1 0 0,-1-1 0,0 1 0,0 0 0,0 0 0,0 0 0,-1 1 0,1-1 0,0 0 0,-1 1 0,1 0 0,-1-1 0,1 1 0,-1 0 0,0 0 0,1 1 0,-1-1 0,0 0 0,0 1 0,0 0 0,0 0 0,1 0 0,-1 0 0,0 0 0,0 0 0,0 1 0,1-1 0,-1 1 0,0 0 0,0 0 0,1 0 0,-1 0 0,1 0 0,-1 1 0,1-1 0,-1 1 0,1-1 0,0 1 0,0 0 0,0 0 0,0 0 0,0 0 0,0 1 0,1-1 0,-1 0 0,1 1 0,-1-1 0,-1 4 0,3-2 0,-1 0 0,0-1 0,1 1 0,0 0 0,0 0 0,0-1 0,1 1 0,-1 0 0,1 0 0,-1-1 0,1 1 0,1 0 0,-1-1 0,0 1 0,1-1 0,0 0 0,0 0 0,0 1 0,0-1 0,0 0 0,0 0 0,6 4 0,-6-6 0,0 1 0,0 0 0,1-1 0,-1 0 0,1 0 0,0 0 0,-1 0 0,1 0 0,0 0 0,-1 0 0,1-1 0,0 0 0,0 1 0,-1-1 0,1 0 0,0 0 0,0-1 0,0 1 0,-1-1 0,1 1 0,0-1 0,-1 0 0,1 0 0,0 0 0,-1 0 0,1 0 0,-1-1 0,0 1 0,1-1 0,-1 0 0,2-1 0,-2 1 0,1 0 0,-1 0 0,0-1 0,0 1 0,-1 0 0,1-1 0,0 1 0,-1-1 0,1 1 0,-1-1 0,0 0 0,0 0 0,0 1 0,0-1 0,-1 0 0,1 0 0,-1 0 0,1 0 0,-1 0 0,0 0 0,0 0 0,-1 0 0,1 0 0,-1 0 0,1 0 0,-1 0 0,0 1 0,-2-5 0,2 5 0,1 0 0,-1 0 0,-1 1 0,1-1 0,0 0 0,0 1 0,-1-1 0,1 1 0,0 0 0,-1-1 0,0 1 0,1 0 0,-1 0 0,0 0 0,1 0 0,-1 0 0,0 0 0,0 1 0,0-1 0,0 1 0,0-1 0,0 1 0,0 0 0,0-1 0,0 1 0,0 0 0,0 0 0,0 1 0,0-1 0,0 0 0,0 1 0,1-1 0,-1 1 0,0 0 0,0-1 0,0 1 0,0 0 0,1 0 0,-1 0 0,0 0 0,1 1 0,-3 1 0,1-1 0,1 1 0,-1 0 0,1 1 0,-1-1 0,1 0 0,0 1 0,0-1 0,-2 7 0,3-9 0,1 0 0,-1 1 0,0-1 0,1 0 0,-1 1 0,1-1 0,0 0 0,-1 1 0,1-1 0,0 0 0,0 1 0,0-1 0,-1 1 0,2-1 0,-1 1 0,0-1 0,0 0 0,0 1 0,1-1 0,-1 1 0,1-1 0,-1 0 0,1 1 0,-1-1 0,2 2 0,-1-3 3,-1 1-1,0-1 0,1 0 1,-1 0-1,0 0 0,1 0 1,-1 0-1,0 0 0,1 0 1,-1 0-1,1 0 0,-1 0 1,0 0-1,1 0 0,-1 0 1,0 0-1,1 0 1,-1 0-1,0 0 0,1-1 1,-1 1-1,0 0 0,1 0 1,-1 0-1,0 0 0,1-1 1,-1 1-1,0 0 0,0 0 1,1-1-1,-1 1 0,0 0 1,0-1-1,0 1 0,1 0 1,-1-1-1,0 1 0,0 0 1,0-1-1,0 1 0,0 0 1,0-1-1,1 1 1,-1 0-1,0-1 0,0 1 1,0 0-1,0-1 0,0 1 1,-1-1-1,1-20-1487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2T14:17:39.186"/>
    </inkml:context>
    <inkml:brush xml:id="br0">
      <inkml:brushProperty name="width" value="0.05" units="cm"/>
      <inkml:brushProperty name="height" value="0.05" units="cm"/>
      <inkml:brushProperty name="color" value="#ADADAD"/>
    </inkml:brush>
  </inkml:definitions>
  <inkml:trace contextRef="#ctx0" brushRef="#br0">595 1 24575,'-47'0'0,"0"3"0,-55 11 0,9-2 0,55-8 0,1 1 0,-57 17 0,94-22 0,0 0 0,0 0 0,-1 0 0,1 0 0,0 0 0,0 0 0,0 0 0,0 0 0,-1 0 0,1 0 0,0 0 0,0 0 0,0 0 0,0 0 0,-1 0 0,1 0 0,0 0 0,0 0 0,0 0 0,0 1 0,0-1 0,0 0 0,-1 0 0,1 0 0,0 0 0,0 0 0,0 0 0,0 1 0,0-1 0,0 0 0,0 0 0,0 0 0,0 0 0,0 0 0,0 1 0,0-1 0,0 0 0,-1 0 0,1 0 0,0 0 0,0 1 0,1-1 0,-1 0 0,0 0 0,0 0 0,0 0 0,0 1 0,0-1 0,0 0 0,0 0 0,0 1 0,11 5 0,15 3 0,-1-7 0,1-1 0,0 0 0,0-2 0,50-9 0,36-1 0,-572 12 0,972-1 0,-746 0 0,405 0 0,-246-2 0,43 0 0,0 1 0,0 1 0,1 2 0,-46 9 0,76-11 0,1 0 0,-1 0 0,1 0 0,-1 0 0,1 0 0,-1 0 0,1 0 0,-1 0 0,1 0 0,-1 0 0,1 0 0,-1 0 0,1 0 0,-1 1 0,1-1 0,-1 0 0,1 0 0,-1 0 0,1 1 0,-1-1 0,1 0 0,0 1 0,-1-1 0,1 1 0,0-1 0,-1 0 0,1 1 0,0-1 0,-1 1 0,1-1 0,0 1 0,0-1 0,0 0 0,-1 1 0,1-1 0,0 1 0,0-1 0,0 2 0,19 8 0,36 2 0,27 4 0,-38-6 0,0-3 0,79 4 0,-199-11 0,40 0 0,31 0 0,14 0 0,75 1 0,-23 1 0,59-6 0,-105-1 0,-24-2 0,-38-9 0,30 10 0,-10-4 0,0 0 0,-1 2 0,0 1 0,-1 1 0,0 2 0,-55-2 0,312 7 0,-360-1 0,169 0-1365,-18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2T14:17:51.762"/>
    </inkml:context>
    <inkml:brush xml:id="br0">
      <inkml:brushProperty name="width" value="0.05" units="cm"/>
      <inkml:brushProperty name="height" value="0.05" units="cm"/>
      <inkml:brushProperty name="color" value="#ADADAD"/>
    </inkml:brush>
  </inkml:definitions>
  <inkml:trace contextRef="#ctx0" brushRef="#br0">1912 191 24575,'-9'0'0,"12"1"0,25 1 0,14 1 0,-51-2 0,1 0 0,-1 0 0,1 0 0,0 1 0,-1 0 0,-9 4 0,-24 6 0,32-11 0,5-1 0,1 0 0,0 0 0,0 1 0,0-1 0,-1 1 0,1 0 0,0 0 0,0 1 0,0-1 0,0 1 0,-4 3 0,11-3 0,0-1 0,0 1 0,0 0 0,1-1 0,-1 1 0,0-1 0,1 0 0,-1 0 0,1-1 0,-1 1 0,1-1 0,4 1 0,-3-1 0,69 6 0,-46-7 0,-26 0 0,-11-1 0,-17-2 0,1 2 0,-42 1 0,40 2 0,0-2 0,-27-3 0,128-7 0,11 3 0,-36 5 0,0-2 0,-1-2 0,55-17 0,-103 25 0,1-1 0,-1 0 0,0 0 0,0 0 0,0 0 0,0 0 0,1 0 0,-1 0 0,0 0 0,0 0 0,0 0 0,1 0 0,-1 0 0,0 0 0,0 0 0,0 0 0,0 0 0,1 0 0,-1 0 0,0-1 0,0 1 0,0 0 0,0 0 0,1 0 0,-1 0 0,0 0 0,0 0 0,0 0 0,0-1 0,0 1 0,1 0 0,-1 0 0,0 0 0,0 0 0,0 0 0,0-1 0,0 1 0,0 0 0,0 0 0,0 0 0,0 0 0,0-1 0,0 1 0,0 0 0,0 0 0,0 0 0,0-1 0,0 1 0,0 0 0,0 0 0,0 0 0,0 0 0,0-1 0,0 1 0,0 0 0,0 0 0,0 0 0,0-1 0,-15-4 0,-20 0 0,-323 6 0,451-1 0,-1-4 0,133-23 0,-189 16 0,-36 11 0,0 0 0,1 0 0,-1 0 0,0 0 0,0 0 0,0 0 0,0 0 0,0 0 0,0 0 0,0 0 0,1 0 0,-1 0 0,0-1 0,0 1 0,0 0 0,0 0 0,0 0 0,0 0 0,0 0 0,0 0 0,0 0 0,0-1 0,0 1 0,0 0 0,1 0 0,-1 0 0,0 0 0,0 0 0,0 0 0,0-1 0,0 1 0,0 0 0,0 0 0,0 0 0,0 0 0,0 0 0,0 0 0,-1-1 0,1 1 0,0 0 0,0 0 0,0 0 0,0 0 0,0 0 0,0 0 0,0 0 0,0-1 0,0 1 0,0 0 0,0 0 0,0 0 0,-1 0 0,1 0 0,0 0 0,0 0 0,0 0 0,0 0 0,0 0 0,-1 0 0,-20-5 0,-172-2 0,155 6 0,-34 1 0,46 1 0,38-1 0,54 1 0,70-3 0,-132 1 0,-10 0 0,-28-1 0,-47 0 0,-282 2 0,568-7 0,-165 0 0,-35 2 0,-27 4 0,-519 1 0,941 0 0,-549-1 0,-155 2 0,291 0 0,3-1 0,-1 0 0,1 1 0,0 0 0,-1 0 0,-11 5 0,84-4 0,20-9 0,-16 2 0,94-19 0,-227 8 0,-179 16 0,359 3 0,-46 0 0,132-13 0,-180 8 0,12-3 0,-56 3 0,-69 1 0,-78 2 0,171-1 0,0 0 0,-1 0 0,1 0 0,-1 0 0,1 0 0,0 1 0,-1-1 0,1 0 0,-1 1 0,1-1 0,0 1 0,-1-1 0,1 1 0,0 0 0,-2 1 0,3-2 0,0 1 0,0-1 0,0 1 0,0-1 0,0 1 0,0-1 0,0 0 0,0 1 0,0-1 0,0 1 0,1-1 0,-1 1 0,0-1 0,0 0 0,0 1 0,1-1 0,-1 0 0,0 1 0,1-1 0,-1 0 0,0 1 0,1-1 0,-1 0 0,0 1 0,1-1 0,-1 0 0,1 0 0,-1 0 0,1 1 0,5 2 0,0 0 0,-1-1 0,1 1 0,1-1 0,9 2 0,87 7 0,157-4 0,-221-7 0,-39 0 0,0 0 0,0 0 0,0 0 0,0 0 0,0 1 0,0-1 0,0 0 0,0 0 0,0 0 0,0 0 0,0 0 0,0 0 0,0 0 0,0 0 0,0 0 0,0 0 0,0 0 0,0 1 0,0-1 0,0 0 0,0 0 0,0 0 0,0 0 0,0 0 0,0 0 0,0 0 0,0 0 0,1 0 0,-20 5 0,-30 2 0,2-5 0,-59 10 0,14 0 0,375-12 0,-456 6 0,155-6 0,-109 5 0,112-4 0,1 1 0,0 0 0,0 2 0,0-1 0,1 2 0,-24 10 0,37-15 0,0 0 0,0 0 0,-1 0 0,1 0 0,0 0 0,0 0 0,-1 0 0,1 0 0,0 1 0,0-1 0,-1 0 0,1 0 0,0 0 0,0 0 0,-1 1 0,1-1 0,0 0 0,0 0 0,0 0 0,-1 1 0,1-1 0,0 0 0,0 0 0,0 1 0,0-1 0,0 0 0,0 0 0,0 1 0,-1-1 0,1 0 0,0 1 0,0-1 0,0 0 0,0 0 0,0 1 0,0-1 0,0 0 0,0 1 0,0-1 0,1 0 0,-1 0 0,0 1 0,0-1 0,0 0 0,0 0 0,0 1 0,17 8 0,22 0 0,-39-9 0,331 28 0,-821-28 0,483 1 0,9 0 0,17 4 0,32 2 0,54-3 0,-62 0 0,0-3 0,46-4 0,-147-11 0,-449 15 0,602-15 0,32 15 0,230-29 0,-314 18 0,-43 9 0,0 1 0,0 0 0,0 0 0,1 0 0,-1 0 0,0 0 0,0 0 0,0 0 0,0 0 0,0 0 0,0 0 0,0-1 0,1 1 0,-1 0 0,0 0 0,0 0 0,0 0 0,0 0 0,0 0 0,0-1 0,0 1 0,0 0 0,0 0 0,0 0 0,0 0 0,0 0 0,0-1 0,0 1 0,0 0 0,0 0 0,0 0 0,0 0 0,0 0 0,0-1 0,0 1 0,0 0 0,0 0 0,0 0 0,0 0 0,0 0 0,0-1 0,0 1 0,0 0 0,0 0 0,-1 0 0,1 0 0,0 0 0,0 0 0,0 0 0,0-1 0,0 1 0,0 0 0,0 0 0,-1 0 0,1 0 0,0 0 0,0 0 0,-24-8 0,-8 2 0,0 2 0,-1 2 0,1 1 0,-46 4 0,-3 0 0,-122 12 0,96-4 0,79-6 0,25-3 0,17-2 0,344-27 0,-309 23 0,-41 3 0,-33 0 0,-721 1 0,837-19 0,48-5 0,-78 15 0,60-16 0,-134 26 0,-1 0 0,0-1 0,-17-2 0,-12 0 0,-40 2 0,50 0 0,28 0 0,10 0 0,123 2 0,118-4 0,-405 9 0,100-7 0,-102 15 0,148-12 0,-37 6 0,46-6 0,5-2 0,28 0 0,649-1 0,-844 32 0,-45-4 0,193-27 0,8 0 0,1 0 0,-1 0 0,1-1 0,-1 0 0,0-1 0,-17-4 0,26 4 0,0 0 0,0 0 0,0 0 0,0 0 0,0 0 0,0 0 0,0-1 0,1 1 0,-1 0 0,1 0 0,-1-1 0,1 1 0,-1-1 0,1 1 0,0 0 0,0-1 0,-1 1 0,1-1 0,0 1 0,0-1 0,1 1 0,-1 0 0,1-4 0,-1 3 0,0 0 0,0 0 0,1 0 0,-1 0 0,-1 0 0,1 0 0,0 0 0,0 0 0,-1 0 0,1 0 0,-1-1 0,0 2 0,1-1 0,-1 0 0,0 0 0,0 0 0,0 0 0,-1 0 0,1 1 0,-2-3 0,-7-2 0,0 1 0,-1 0 0,1 1 0,-1 0 0,0 0 0,-12-1 0,-15-6 0,38 11 0,0 0 0,0 0 0,0 0 0,-1 0 0,1 0 0,0 0 0,0 0 0,-1 0 0,1 0 0,0 0 0,0 0 0,0 0 0,-1 0 0,1 0 0,0 0 0,0 0 0,0-1 0,-1 1 0,1 0 0,0 0 0,0 0 0,0 0 0,0-1 0,0 1 0,-1 0 0,1 0 0,0 0 0,0 0 0,0-1 0,0 1 0,0 0 0,0 0 0,0-1 0,0 1 0,0 0 0,0 0 0,0 0 0,0-1 0,0 1 0,0 0 0,0 0 0,0-1 0,0 1 0,0 0 0,0 0 0,0 0 0,0-1 0,12-8 0,25-5 0,-33 13 0,6-4 0,0 2 0,0-1 0,0 1 0,0 1 0,0 0 0,1 0 0,-1 1 0,20 1 0,-29 0 0,-1-1 0,0 1 0,1 0 0,-1 0 0,1 0 0,-1 0 0,0 0 0,1 0 0,-1 0 0,0 0 0,1 1 0,-1-1 0,0 0 0,1 0 0,-1 0 0,0 0 0,1 0 0,-1 0 0,0 1 0,1-1 0,-1 0 0,0 0 0,0 1 0,1-1 0,-1 0 0,0 0 0,0 1 0,0-1 0,1 0 0,-1 1 0,0-1 0,0 0 0,0 0 0,0 1 0,1-1 0,-1 0 0,0 1 0,0-1 0,0 1 0,0-1 0,0 0 0,0 1 0,0-1 0,0 0 0,0 1 0,0-1 0,0 0 0,0 1 0,-1-1 0,1 0 0,0 1 0,0-1 0,0 1 0,-20 11 0,3 0 0,18-12 0,-1 1 0,1 0 0,0-1 0,-1 1 0,1-1 0,-1 1 0,1-1 0,0 1 0,-1-1 0,1 1 0,0-1 0,0 1 0,-1-1 0,1 0 0,0 0 0,0 1 0,0-1 0,-1 0 0,1 0 0,0 0 0,0 0 0,0 0 0,0 0 0,0 0 0,-1 0 0,1 0 0,0 0 0,1-1 0,19 2 0,-4 2 0,-33 18 0,10-14 0,1 1 0,0-1 0,0 1 0,1 0 0,0 0 0,0 0 0,1 1 0,-5 17 0,4-14 0,1-1 0,-2 1 0,0-1 0,-7 13 0,10-22 0,0 1 0,0-1 0,0 0 0,-1 1 0,1-1 0,0-1 0,-1 1 0,0 0 0,1 0 0,-1-1 0,0 0 0,0 1 0,0-1 0,0 0 0,0 0 0,0-1 0,0 1 0,-3 0 0,-63-1 0,37-2 0,103-30 0,-22 22 0,-30 6 0,-25 5 0,-68 4 0,-76-4 0,135-2 0,152-5 0,-200 8 0,36 0 0,-1-1 0,-51-6 0,121-17 0,-27 17 0,-5 2 0,0 0 0,0 0 0,0-1 0,-1 0 0,1-1 0,-1 0 0,0 0 0,-1-1 0,1-1 0,11-10 0,-20 17 0,0 0 0,0-1 0,0 1 0,0 0 0,0 0 0,1 0 0,-1-1 0,0 1 0,0 0 0,0 0 0,0-1 0,0 1 0,0 0 0,0-1 0,0 1 0,0 0 0,0 0 0,0-1 0,0 1 0,0 0 0,0 0 0,0-1 0,0 1 0,0 0 0,-1 0 0,1-1 0,0 1 0,0 0 0,0 0 0,0-1 0,0 1 0,-1 0 0,1 0 0,0 0 0,0-1 0,0 1 0,-1 0 0,1 0 0,0 0 0,0 0 0,-1-1 0,-16-4 0,-17 2 0,6 2 0,19 0 0,0 1 0,0-1 0,0 1 0,0 1 0,-14 2 0,78 4 0,-17-17 0,-38 10 0,1 0 0,0 0 0,-1 0 0,1 0 0,-1 0 0,1 0 0,-1 0 0,1 0 0,0-1 0,-1 1 0,1 0 0,-1 0 0,1-1 0,-1 1 0,1 0 0,-1-1 0,1 1 0,-1-1 0,0 1 0,1-1 0,-1 1 0,1 0 0,-1-1 0,0 1 0,0-1 0,1 0 0,-1 1 0,0-1 0,0 1 0,1-1 0,-1 1 0,0-1 0,0 0 0,0 1 0,0-1 0,0 1 0,0-1 0,0 1 0,0-1 0,0 0 0,0 1 0,0-1 0,-1 1 0,1-1 0,0 0 0,0 1 0,-1-1 0,1 1 0,0-1 0,0 1 0,-1-1 0,1 1 0,-1-1 0,1 1 0,0 0 0,-1-1 0,1 1 0,-1-1 0,1 1 0,-1 0 0,0-1 0,-2 0 0,-1-1 0,1 1 0,-1 0 0,1 0 0,-1 0 0,0 0 0,1 1 0,-1-1 0,0 1 0,1 0 0,-1 0 0,-6 1 0,-48 9 0,51-9 0,-1 2 0,-1-1 0,1 2 0,-1-1 0,1 1 0,-9 6 0,-34 14 0,50-24 0,1 0 0,-1 0 0,0 0 0,1 0 0,-1 1 0,0-1 0,1 0 0,-1 0 0,0 0 0,0 0 0,1-1 0,-1 1 0,0 0 0,1 0 0,-1 0 0,0-1 0,1 1 0,-1 0 0,0 0 0,1-1 0,-1 1 0,0-1 0,1 1 0,-1-1 0,1 1 0,-1-1 0,1 1 0,-1-1 0,0 0 0,-5-25 0,11-26 0,-4 49 0,-1 1 0,1 0 0,0 0 0,0 0 0,0-1 0,0 1 0,0 0 0,0 0 0,0 0 0,1 1 0,-1-1 0,1 0 0,0 0 0,-1 1 0,1-1 0,0 1 0,0-1 0,0 1 0,0 0 0,0 0 0,0 0 0,0 0 0,0 0 0,0 0 0,1 1 0,-1-1 0,0 1 0,4-1 0,-4 1 0,1 1 0,-1-1 0,0 1 0,0-1 0,0 1 0,0 0 0,0 0 0,1 0 0,-1 0 0,-1 0 0,1 1 0,0-1 0,0 1 0,0-1 0,-1 1 0,1-1 0,-1 1 0,1 0 0,-1 0 0,0 0 0,0 0 0,0 0 0,0 0 0,0 0 0,0 0 0,0 0 0,-1 0 0,1 4 0,0-2 0,3 22 0,-5-25 0,1-1 0,0 1 0,-1-1 0,1 1 0,-1-1 0,1 1 0,0-1 0,-1 1 0,1-1 0,-1 0 0,1 1 0,-1-1 0,0 0 0,1 1 0,-1-1 0,1 0 0,-1 1 0,0-1 0,1 0 0,-1 0 0,1 0 0,-1 0 0,0 0 0,1 0 0,-1 0 0,0 0 0,1 0 0,-1 0 0,0 0 0,1 0 0,-1 0 0,1 0 0,-1-1 0,0 1 0,0 0 0,0 0 0,0 0 0,0 0 0,0 0 0,0 1 0,0-1 0,0 0 0,0 1 0,0-1 0,0 1 0,0-1 0,1 1 0,-1-1 0,0 1 0,0 0 0,1-1 0,-1 1 0,0 0 0,1 0 0,-1-1 0,1 1 0,-1 0 0,1 0 0,-1 0 0,1 0 0,-1 0 0,1 0 0,0 0 0,0 0 0,-1 0 0,1 0 0,0 0 0,0 0 0,0 0 0,0 0 0,0 0 0,1 1 0,-1 49 0,1-37 0,-2 21 0,0-26 0,0 1 0,1-1 0,0 1 0,0-1 0,1 1 0,4 14 0,-5-24 0,0 0 0,0 0 0,0 0 0,0 0 0,0 0 0,0 0 0,1 0 0,-1 0 0,0 0 0,0 0 0,0 0 0,0 0 0,0-1 0,0 1 0,0 0 0,0 0 0,0 0 0,1 0 0,-1 0 0,0 0 0,0 0 0,0 0 0,0 0 0,0 0 0,0 0 0,0 0 0,0 0 0,1 0 0,-1 0 0,0 0 0,0 0 0,0 0 0,0 0 0,0 0 0,0 1 0,0-1 0,0 0 0,1 0 0,-1 0 0,0 0 0,0 0 0,0 0 0,0 0 0,0 0 0,0 0 0,0 0 0,0 0 0,0 0 0,0 1 0,0-1 0,0 0 0,0 0 0,0 0 0,0 0 0,0 0 0,0 0 0,1 0 0,-1 0 0,0 1 0,0-1 0,0 0 0,-1 0 0,5-15 0,-1-18 0,-3-6 0,1 24 0,-1-1 0,-1 1 0,0-1 0,-1 1 0,0 0 0,-1-1 0,-6-14 0,2 15 0,4 15 0,2 27 0,2-12 0,-1-3 0,0-1 0,1 1 0,0 0 0,1-1 0,1 1 0,0-1 0,0 0 0,1 0 0,1 0 0,-1-1 0,10 15 0,-14-25 0,0 1 0,0-1 0,0 0 0,0 0 0,0 0 0,1 1 0,-1-1 0,0 0 0,0 0 0,0 0 0,0 1 0,0-1 0,0 0 0,1 0 0,-1 0 0,0 1 0,0-1 0,0 0 0,1 0 0,-1 0 0,0 0 0,0 0 0,0 0 0,1 0 0,-1 1 0,0-1 0,0 0 0,1 0 0,-1 0 0,0 0 0,0 0 0,1 0 0,-1 0 0,0 0 0,0 0 0,0 0 0,1 0 0,-1 0 0,0 0 0,0-1 0,1 1 0,-1 0 0,0 0 0,0 0 0,0 0 0,1 0 0,-1 0 0,0-1 0,0 1 0,0 0 0,1 0 0,5-17 0,-2-21 0,-4 21 0,0 13 0,0 0 0,1 0 0,-2 0 0,1 0 0,0 0 0,-1 0 0,0 0 0,0 1 0,-2-6 0,2 8 0,0 0 0,0 0 0,0 0 0,0 0 0,0 0 0,-1 1 0,1-1 0,0 0 0,-1 1 0,1-1 0,0 1 0,-1 0 0,1-1 0,0 1 0,-1 0 0,1 0 0,-1 0 0,1 0 0,-1 0 0,1 0 0,0 0 0,-1 0 0,1 1 0,-1-1 0,1 0 0,0 1 0,-1-1 0,1 1 0,0 0 0,0-1 0,-2 2 0,-27 7 0,0-2 0,-41 6 0,49-11 0,0 2 0,0 0 0,0 2 0,1 0 0,0 1 0,-27 14 0,47-21 0,1 0 0,-1 0 0,1 0 0,-1 0 0,0 1 0,1-1 0,-1 0 0,1 0 0,-1 1 0,1-1 0,-1 0 0,1 1 0,-1-1 0,1 0 0,-1 1 0,1-1 0,-1 1 0,1-1 0,0 1 0,-1-1 0,1 1 0,0-1 0,-1 1 0,1-1 0,0 1 0,0 0 0,0-1 0,-1 1 0,1-1 0,0 1 0,0 0 0,0-1 0,0 1 0,0-1 0,0 2 0,23 6 0,37-8 0,-51-1 0,0-2 0,1 1 0,-1-1 0,16-8 0,-22 10 0,0-1 0,0 0 0,0 0 0,0 0 0,0 0 0,0 0 0,-1 0 0,1-1 0,-1 1 0,0-1 0,1 0 0,-1 0 0,0 0 0,-1 0 0,1 0 0,1-4 0,-2 7 0,-1-1 0,0 1 0,0-1 0,0 1 0,0 0 0,0-1 0,0 1 0,0-1 0,0 1 0,0 0 0,-1-1 0,1 1 0,0 0 0,0-1 0,0 1 0,0-1 0,0 1 0,-1 0 0,1-1 0,0 1 0,0 0 0,-1-1 0,1 1 0,0 0 0,0 0 0,-1-1 0,1 1 0,0 0 0,-1 0 0,1-1 0,0 1 0,-1 0 0,1 0 0,-1 0 0,1 0 0,-1-1 0,-22-1 0,18 2 0,0 0 0,0 1 0,0 0 0,0 0 0,1 0 0,-1 0 0,-6 3 0,8-1 0,1-1 0,-1 0 0,1 1 0,-1-1 0,1 1 0,0 0 0,0 0 0,0 0 0,0 0 0,0 0 0,1 1 0,-2 4 0,3-7 0,0-1 0,-1 1 0,1-1 0,0 1 0,0-1 0,0 1 0,0 0 0,0-1 0,0 1 0,0-1 0,0 1 0,0 0 0,0-1 0,1 1 0,-1-1 0,0 1 0,0-1 0,1 1 0,-1-1 0,0 1 0,0-1 0,1 1 0,-1-1 0,1 1 0,-1-1 0,0 1 0,2 0 0,-1-1 0,1 1 0,-1-1 0,1 0 0,-1 1 0,1-1 0,0 0 0,-1 0 0,1 0 0,-1 0 0,1 0 0,0-1 0,-1 1 0,1 0 0,-1-1 0,4 0 0,-1-1 0,1 0 0,-1-1 0,1 1 0,-1-1 0,0 0 0,0 0 0,0-1 0,-1 1 0,1-1 0,-1 1 0,0-1 0,0 0 0,0-1 0,0 1 0,-1 0 0,1-1 0,-1 1 0,2-9 0,-4 14 0,0 1 0,0-1 0,0 1 0,0-1 0,0 1 0,0-1 0,0 1 0,0-1 0,1 1 0,-1-1 0,1 1 0,-1-1 0,1 0 0,-1 1 0,1-1 0,0 0 0,0 1 0,-1-1 0,1 0 0,0 0 0,0 0 0,0 1 0,0-1 0,1 0 0,-1-1 0,0 1 0,0 0 0,1 0 0,-1 0 0,0-1 0,1 1 0,-1-1 0,1 1 0,-1-1 0,1 1 0,-1-1 0,1 0 0,1 0 0,36 4 0,-39-4 0,0 0 0,0 0 0,0 0 0,0 0 0,0 0 0,0 0 0,0 0 0,0 0 0,0 0 0,0 0 0,0 0 0,0 0 0,0 0 0,0 0 0,0-1 0,0 1 0,0 0 0,0 0 0,0 0 0,-24-1 0,19 1 0,0 1 0,0-1 0,1 1 0,-1-1 0,0 1 0,1 1 0,-1-1 0,1 1 0,-1-1 0,1 1 0,0 1 0,0-1 0,-1 1 0,2-1 0,-1 1 0,0 0 0,1 0 0,-1 1 0,1-1 0,0 1 0,0 0 0,-3 4 0,6-8 0,0 1 0,0-1 0,0 0 0,0 1 0,0-1 0,-1 0 0,1 1 0,0-1 0,0 0 0,0 1 0,0-1 0,0 0 0,0 1 0,0-1 0,0 0 0,0 1 0,0-1 0,0 0 0,0 1 0,1-1 0,-1 0 0,0 1 0,0-1 0,0 0 0,0 0 0,0 1 0,1-1 0,-1 0 0,0 1 0,0-1 0,1 0 0,-1 0 0,0 1 0,0-1 0,1 0 0,-1 0 0,0 0 0,1 0 0,-1 1 0,1-1 0,20 3 0,20-8 0,-40 5 0,0 0 0,0 0 0,0-1 0,0 1 0,0 0 0,0 0 0,0 0 0,0-1 0,0 1 0,0 0 0,0-1 0,-1 1 0,1-1 0,0 1 0,0-1 0,0 1 0,0-1 0,-1 0 0,1 1 0,0-1 0,-1 0 0,1 0 0,0 1 0,0-3 0,-20-6 0,-42 1 0,51 9 0,-27-1 0,36 1 0,0-1 0,0 0 0,0 0 0,0 0 0,0 0 0,0 0 0,0 0 0,0-1 0,0 1 0,-1 0 0,1 0 0,0-1 0,0 1 0,0-1 0,0 1 0,1-1 0,-1 1 0,0-1 0,0 0 0,0 1 0,-1-2 0,3-1 0,0 1 0,1-1 0,-1 1 0,1-1 0,0 1 0,-1 0 0,1 0 0,0 0 0,0 0 0,0 0 0,1 1 0,-1-1 0,0 0 0,3 0 0,14-14 0,-16 13 0,-1-1 0,1 0 0,-1 0 0,0 0 0,0 0 0,0 0 0,0 0 0,-1 0 0,0 0 0,0-1 0,0 1 0,0-1 0,0-4 0,-1 8 0,0-1 0,-1 1 0,1 0 0,0 0 0,-1-1 0,1 1 0,0 0 0,-1 0 0,1 0 0,-1 0 0,0 0 0,1 0 0,-1 0 0,0 0 0,0 0 0,0 0 0,0 0 0,-2-1 0,1 0 0,0 1 0,-1 0 0,1 0 0,0 0 0,-1 1 0,1-1 0,-1 0 0,1 1 0,-1 0 0,0-1 0,1 1 0,-5 1 0,-3-1 0,8-1 0,-1 1 0,1-1 0,0 1 0,-1 0 0,1 0 0,-1 0 0,1 0 0,0 1 0,-1-1 0,1 0 0,0 1 0,-1 0 0,1 0 0,0-1 0,0 1 0,0 1 0,-1-1 0,1 0 0,0 0 0,-3 4 0,6-4 0,-1-1 0,0 1 0,1 0 0,-1 0 0,1-1 0,-1 1 0,1 0 0,-1-1 0,1 1 0,0 0 0,-1-1 0,1 1 0,0-1 0,0 1 0,-1-1 0,1 1 0,0-1 0,0 0 0,0 1 0,-1-1 0,1 0 0,0 0 0,0 0 0,0 1 0,0-1 0,0 0 0,0 0 0,0 0 0,-1 0 0,2-1 0,31 4 0,9-1 0,-31-1 0,1 0 0,-1 0 0,0-1 0,1-1 0,-1 0 0,0 0 0,0-1 0,1-1 0,12-4 0,-23 7 0,-1 0 0,1 0 0,-1 0 0,1 0 0,-1-1 0,1 1 0,-1 0 0,1 0 0,-1 0 0,1-1 0,-1 1 0,0 0 0,1-1 0,-1 1 0,0 0 0,1-1 0,-1 1 0,0 0 0,1-1 0,-1 1 0,0-1 0,0 1 0,1 0 0,-1-1 0,0 1 0,0-1 0,0 1 0,0-1 0,0 1 0,1-1 0,-1 1 0,0-1 0,0 1 0,0-1 0,0 1 0,-1-2 0,-16-7 0,-28 1 0,24 8 0,-1 2 0,1 0 0,-1 1 0,-29 9 0,40-9 0,0 1 0,0 0 0,1 1 0,-1 0 0,1 1 0,0 0 0,0 1 0,1 0 0,-16 15 0,24-21 0,0-1 0,1 1 0,-1 0 0,0-1 0,1 1 0,-1-1 0,1 1 0,-1 0 0,1 0 0,-1-1 0,1 1 0,-1 0 0,1 0 0,0 0 0,-1-1 0,1 1 0,0 0 0,0 0 0,0 0 0,-1 0 0,1 0 0,0 0 0,0-1 0,0 1 0,1 0 0,-1 0 0,0 0 0,0 1 0,1-1 0,0 0 0,0 0 0,0 0 0,0 0 0,1 0 0,-1-1 0,0 1 0,0 0 0,1-1 0,-1 1 0,0-1 0,1 1 0,-1-1 0,0 1 0,3-1 0,60 4 0,-58-5 0,7 1 0,-1-1 0,1 0 0,22-5 0,-32 5 0,0 1 0,-1-1 0,1 0 0,0 0 0,0 0 0,-1 0 0,1-1 0,-1 1 0,1-1 0,-1 1 0,1-1 0,-1 0 0,0 0 0,0 0 0,0 0 0,0 0 0,0 0 0,0-1 0,-1 1 0,1-1 0,-1 1 0,2-6 0,-3 7 0,1 1 0,-1-1 0,0 1 0,0-1 0,0 0 0,0 1 0,0-1 0,0 1 0,0-1 0,-1 0 0,1 1 0,0-1 0,0 1 0,0-1 0,-1 0 0,1 1 0,0-1 0,-1 1 0,1-1 0,0 1 0,-1-1 0,1 1 0,0 0 0,-1-1 0,1 1 0,-1-1 0,1 1 0,-1 0 0,1-1 0,-2 1 0,-24-6 0,-25 9 0,48-2 0,0 0 0,-1 0 0,1 0 0,0 1 0,0 0 0,0-1 0,1 1 0,-1 0 0,0 0 0,1 1 0,-1-1 0,1 0 0,-1 1 0,-2 4 0,5-7 0,0 1 0,-1 0 0,1-1 0,-1 1 0,1 0 0,0-1 0,0 1 0,-1 0 0,1-1 0,0 1 0,0 0 0,0 0 0,0-1 0,0 1 0,0 0 0,0 0 0,0-1 0,0 1 0,0 0 0,0-1 0,0 1 0,0 0 0,1 0 0,0 1 0,0-1 0,0-1 0,0 1 0,0 0 0,0 0 0,1 0 0,-1-1 0,0 1 0,0-1 0,1 1 0,-1-1 0,1 1 0,-1-1 0,0 0 0,1 0 0,-1 0 0,1 0 0,-1 0 0,3 0 0,-1 0 0,0 0 0,0 0 0,0 0 0,-1-1 0,1 1 0,0-1 0,0 0 0,-1 0 0,1 0 0,0 0 0,-1 0 0,1-1 0,-1 1 0,1-1 0,-1 1 0,0-1 0,1 0 0,-1 0 0,0 0 0,0 0 0,-1 0 0,1-1 0,0 1 0,-1-1 0,1 1 0,-1-1 0,0 1 0,0-1 0,0 0 0,0 1 0,0-1 0,-1 0 0,1 0 0,-1 0 0,0 0 0,0 1 0,0-1 0,0 0 0,0 0 0,-1 0 0,1 0 0,-1 0 0,0 1 0,1-1 0,-3-3 0,1 3 0,-1-1 0,1 1 0,-1-1 0,0 1 0,0 0 0,0 0 0,-1 0 0,1 1 0,-1-1 0,1 1 0,-1 0 0,0 0 0,0 0 0,0 0 0,0 1 0,0-1 0,-1 1 0,1 0 0,-8 0 0,8 0 0,1 1 0,0 0 0,-1-1 0,1 1 0,-1 1 0,1-1 0,-1 0 0,1 1 0,0 0 0,-1 0 0,-4 2 0,6-2 0,1-1 0,0 1 0,-1 0 0,1 0 0,0 0 0,0 0 0,0 0 0,0 0 0,0 1 0,0-1 0,0 0 0,0 0 0,0 1 0,1-1 0,-1 1 0,0-1 0,1 0 0,-1 1 0,1-1 0,0 1 0,-1-1 0,1 1 0,0 0 0,0-1 0,0 4 0,0-6 0,0 1 0,1-1 0,-1 1 0,0 0 0,0-1 0,0 1 0,1 0 0,-1 0 0,0-1 0,0 1 0,1 0 0,-1 0 0,0-1 0,1 1 0,-1 0 0,0 0 0,0-1 0,1 1 0,-1 0 0,1 0 0,-1 0 0,0 0 0,1 0 0,-1 0 0,0 0 0,1-1 0,-1 1 0,1 0 0,-1 0 0,0 0 0,1 1 0,-1-1 0,0 0 0,1 0 0,-1 0 0,0 0 0,1 0 0,-1 0 0,1 0 0,-1 1 0,0-1 0,1 0 0,-1 0 0,0 0 0,0 1 0,1-1 0,-1 0 0,0 1 0,0-1 0,1 0 0,-1 0 0,0 1 0,0-1 0,0 0 0,1 1 0,-1-1 0,0 1 0,0-1 0,0 0 0,0 1 0,0-1 0,0 0 0,0 1 0,0-1 0,0 1 0,0-1 0,0 0 0,0 1 0,0 0 0,3-3 0,-9 15 0,-4 2 0,6-20 0,3 4 0,1 0 0,-1 0 0,1 0 0,-1 0 0,1 0 0,-1 0 0,0 0 0,1 0 0,-1 1 0,0-1 0,0 0 0,0 0 0,0 0 0,1 1 0,-1-1 0,0 0 0,0 1 0,0-1 0,-1 1 0,1 0 0,0-1 0,0 1 0,0 0 0,0-1 0,0 1 0,0 0 0,-1 0 0,0 0 0,0 1 0,-1-1 0,1 1 0,0 0 0,0 0 0,-1 0 0,1 0 0,0 1 0,0-1 0,0 0 0,1 1 0,-1-1 0,0 1 0,0 0 0,1 0 0,-1 0 0,1 0 0,0 0 0,0 0 0,-1 0 0,1 0 0,0 0 0,1 0 0,-1 1 0,0-1 0,1 0 0,-1 1 0,1-1 0,0 4 0,-2 1 0,1 1 0,0-1 0,0 1 0,1-1 0,0 1 0,0-1 0,1 1 0,2 9 0,-3-18 0,1 1 0,0 0 0,0 0 0,-1 0 0,1-1 0,0 1 0,-1 0 0,1-1 0,-1 1 0,1-1 0,0 1 0,-1-1 0,1 1 0,-1-1 0,1 1 0,-1-1 0,1 0 0,-1 1 0,0-1 0,1 1 0,-1-1 0,0 0 0,1 1 0,-1-1 0,0 0 0,0 0 0,1 0 0,13-25 0,-9 17 0,-1 0 0,0 0 0,0 0 0,-1-1 0,0 0 0,0 1 0,-1-1 0,0 0 0,-1 0 0,0 0 0,-1-1 0,0 1 0,-3-20 0,3 30 0,0 0 0,0 0 0,0 0 0,0 0 0,0 0 0,-1-1 0,1 1 0,0 0 0,0 0 0,0 0 0,0 0 0,0 0 0,0 0 0,-1 0 0,1-1 0,0 1 0,0 0 0,0 0 0,0 0 0,0 0 0,-1 0 0,1 0 0,0 0 0,0 0 0,0 0 0,0 0 0,-1 0 0,1 0 0,0 0 0,0 0 0,0 0 0,0 0 0,-1 0 0,1 0 0,0 0 0,0 0 0,0 0 0,0 0 0,0 0 0,-1 1 0,1-1 0,0 0 0,0 0 0,0 0 0,0 0 0,0 0 0,0 0 0,-1 0 0,1 1 0,0-1 0,0 0 0,-11 12 0,-7 15 0,15-21 0,0 0 0,0 1 0,1-1 0,0 1 0,0 0 0,1-1 0,0 1 0,0 0 0,0 12 0,-3 20 0,4-44 0,-1 1 0,0-1 0,0 1 0,0-1 0,-1 1 0,0-1 0,0 1 0,-4-8 0,-10-26 0,14 20 0,2 14 0,0 0 0,-1 0 0,1 0 0,-1 0 0,0 0 0,0 0 0,0 0 0,-1 0 0,0 0 0,1 1 0,-5-7 0,3 55 0,3-29-120,3 45 373,-3-58-336,1 0 0,-1 0 0,1-1-1,0 1 1,0 0 0,0-1 0,0 1-1,0-1 1,0 1 0,1-1 0,-1 1-1,1-1 1,-1 0 0,1 0 0,0 0-1,0 0 1,4 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2T14:17:53.644"/>
    </inkml:context>
    <inkml:brush xml:id="br0">
      <inkml:brushProperty name="width" value="0.05" units="cm"/>
      <inkml:brushProperty name="height" value="0.05" units="cm"/>
      <inkml:brushProperty name="color" value="#ADADAD"/>
    </inkml:brush>
  </inkml:definitions>
  <inkml:trace contextRef="#ctx0" brushRef="#br0">143 7 24575,'-103'-6'0,"225"12"0,-86-4 0,-36-2 0,0 0 0,0 0 0,0 0 0,0 0 0,0 0 0,0 0 0,0 0 0,0 0 0,0 0 0,0 0 0,0 0 0,0 0 0,0 0 0,0 0 0,0 1 0,0-1 0,0 0 0,0 0 0,0 0 0,0 0 0,-1 0 0,1 0 0,0 0 0,0 0 0,0 0 0,0 0 0,0 0 0,0 0 0,1 0 0,-1 0 0,0 0 0,0 1 0,0-1 0,0 0 0,0 0 0,-22 2 0,-57 12 0,58-10 0,1 0 0,-36 2 0,341-7 0,-329 0 0,27 0 0,0 0 0,-1 2 0,1 0 0,-1 0 0,-16 5 0,86-6 70,-27 1-1505,-17-1-5391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2T14:17:57.577"/>
    </inkml:context>
    <inkml:brush xml:id="br0">
      <inkml:brushProperty name="width" value="0.05" units="cm"/>
      <inkml:brushProperty name="height" value="0.05" units="cm"/>
      <inkml:brushProperty name="color" value="#ADADAD"/>
    </inkml:brush>
  </inkml:definitions>
  <inkml:trace contextRef="#ctx0" brushRef="#br0">25 12 24575,'-1'-1'0,"0"1"0,0 0 0,1 0 0,-1 0 0,0 0 0,0 0 0,0 0 0,0 0 0,1 0 0,-1 0 0,0 0 0,0 1 0,0-1 0,0 0 0,1 1 0,-1-1 0,0 0 0,0 1 0,1-1 0,-1 1 0,0-1 0,1 1 0,-1-1 0,1 1 0,-1 0 0,0-1 0,1 1 0,-1 0 0,1-1 0,0 1 0,-1 0 0,1 0 0,-1-1 0,1 1 0,0 0 0,0 0 0,0 0 0,-1-1 0,1 1 0,0 0 0,0 0 0,0 0 0,0 1 0,1 0 0,-1-1 0,1 0 0,0 1 0,-1-1 0,1 0 0,0 1 0,0-1 0,0 0 0,-1 0 0,1 0 0,1 0 0,-1 0 0,0 0 0,0 0 0,0 0 0,0 0 0,1-1 0,-1 1 0,0 0 0,1-1 0,-1 1 0,0-1 0,1 1 0,-1-1 0,4 1 0,0-1 0,1 1 0,-1 0 0,1-1 0,-1 0 0,1-1 0,-1 1 0,1-1 0,5-2 0,-14 27 0,4-18 0,3-25 0,-2-8 0,3-11 0,-2 115 0,-4-34 0,0 17 0,2-46 0,0-24 0,12-111 0,-20 278 0,34-208 0,-6 5 0,14-50 0,-28 85 0,-6 30 0,-4 49 0,2-54 0,0 0 0,0 24 0,1-38 0,0 0 0,0 0 0,0 0 0,0 0 0,0 0 0,0 0 0,0 0 0,0 0 0,0-1 0,1 1 0,-1 0 0,0 0 0,0 0 0,0 0 0,0 0 0,0 0 0,0 0 0,0 0 0,0 0 0,0 0 0,0 0 0,1 0 0,-1 0 0,0 0 0,0 0 0,0 0 0,0 0 0,0 0 0,0 0 0,0 0 0,1 0 0,-1 0 0,0 0 0,0 0 0,0 0 0,0 0 0,0 0 0,0 0 0,0 0 0,0 0 0,0 0 0,1 0 0,-1 0 0,0 0 0,0 0 0,0 0 0,0 0 0,0 0 0,0 0 0,0 0 0,0 1 0,0-1 0,0 0 0,0 0 0,0 0 0,1 0 0,-1 0 0,0 0 0,0 0 0,0 0 0,0 0 0,0 1 0,0-1 0,0 0 0,0 0 0,0 0 0,0 0 0,0 0 0,0 0 0,10-21 0,39-99 0,-49 120 0,0 1 0,0-1 0,0 0 0,0 0 0,0 0 0,0 0 0,0 0 0,0 0 0,0 0 0,0 1 0,0-1 0,0 0 0,0 0 0,1 0 0,-1 0 0,0 0 0,0 0 0,0 0 0,0 0 0,0 0 0,0 0 0,0 0 0,1 0 0,-1 0 0,0 0 0,0 0 0,0 0 0,0 0 0,0 0 0,0 0 0,1 0 0,-1 0 0,0 0 0,0 0 0,0 0 0,0 0 0,0 0 0,0 0 0,0 0 0,1 0 0,-1 0 0,0 0 0,0 0 0,0 0 0,0 0 0,0 0 0,0 0 0,0 0 0,0-1 0,1 1 0,-1 0 0,0 0 0,0 0 0,0 0 0,0 0 0,0 0 0,0 0 0,0 0 0,0-1 0,0 1 0,0 0 0,0 0 0,0 0 0,0 0 0,0 0 0,0 0 0,0-1 0,3 17 0,0 20 0,-4 57 0,1-73 0,0-26 0,7-78 0,-2 51 0,-4 29 0,0 12 0,-2 22 0,0 43 0,4-52 0,-3-22 0,0 1 0,-1 0 0,1 0 0,0 0 0,0 0 0,0 0 0,0-1 0,0 1 0,0 0 0,0 0 0,0 0 0,0 0 0,0-1 0,0 1 0,0 0 0,0 0 0,0 0 0,0 0 0,0-1 0,0 1 0,1 0 0,-1 0 0,0 0 0,0 0 0,0 0 0,0-1 0,0 1 0,0 0 0,0 0 0,0 0 0,1 0 0,-1 0 0,0 0 0,0 0 0,0-1 0,0 1 0,0 0 0,0 0 0,1 0 0,-1 0 0,0 0 0,0 0 0,0 0 0,0 0 0,1 0 0,-1 0 0,0 0 0,0 0 0,0 0 0,0 0 0,1 0 0,-1 0 0,0 0 0,0 0 0,0 0 0,0 0 0,1 0 0,-1 0 0,0 0 0,0 1 0,0-1 0,0 0 0,0 0 0,1 0 0,-1 0 0,0 0 0,0 0 0,0 1 0,61-145 0,-58 223 0,-12 0 0,5-49 0,4-27 0,2-13 0,8-51 0,22-72 0,-30 127 0,1 8 0,0 17 0,-1 25 0,-3-23 0,0 15 0,2-28 0,3-15 0,36-98 0,-38 192 0,-13-10 0,5-49 0,5-27 0,0-13 0,4-21 0,1 1 0,2 0 0,17-55 0,-18 71 0,-4 156 0,-10-84 0,5-35 0,5-33 0,2-7 0,1-11 0,-2 22 0,-1 10 0,4 7-1365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2T14:18:08.699"/>
    </inkml:context>
    <inkml:brush xml:id="br0">
      <inkml:brushProperty name="width" value="0.05" units="cm"/>
      <inkml:brushProperty name="height" value="0.05" units="cm"/>
      <inkml:brushProperty name="color" value="#ADADAD"/>
    </inkml:brush>
  </inkml:definitions>
  <inkml:trace contextRef="#ctx0" brushRef="#br0">70 65 24575,'-3'2'0,"1"0"0,0 0 0,0 0 0,0 0 0,0 1 0,1-1 0,-1 1 0,1-1 0,-1 1 0,1 0 0,0-1 0,0 1 0,0 0 0,0 0 0,0 5 0,0-4 0,0 0 0,0 1 0,1 0 0,-1-1 0,1 1 0,0-1 0,0 1 0,1-1 0,1 9 0,-1-12 0,1 0 0,-1 0 0,0 0 0,0 0 0,1 0 0,-1 0 0,0 0 0,1-1 0,-1 1 0,1 0 0,-1-1 0,1 1 0,0-1 0,-1 0 0,1 1 0,-1-1 0,1 0 0,0 0 0,-1 0 0,1 0 0,-1 0 0,1-1 0,0 1 0,-1 0 0,2-1 0,1 0 0,-1 1 0,0-1 0,1 0 0,-1 0 0,0 0 0,0 0 0,0 0 0,0-1 0,0 1 0,0-1 0,4-3 0,-5 2 0,1 0 0,-1 0 0,0 0 0,0-1 0,-1 1 0,1-1 0,-1 1 0,0-1 0,0 1 0,0-1 0,0 0 0,-1 0 0,1 1 0,-1-1 0,0 0 0,0 0 0,0 0 0,-2-4 0,2 7 0,0-1 0,-1 1 0,1 0 0,-1 0 0,1 0 0,-1 0 0,0 0 0,0 0 0,1 0 0,-1 0 0,0 0 0,0 0 0,0 0 0,0 1 0,0-1 0,0 0 0,0 0 0,0 1 0,0-1 0,0 1 0,-3-1 0,2 0 0,-1 1 0,0 0 0,1 0 0,-1 0 0,0 0 0,0 0 0,1 1 0,-1-1 0,0 1 0,1 0 0,-1 0 0,1 0 0,-6 2 0,1 1 0,0 1 0,0-1 0,0 1 0,0 1 0,-10 10 0,15-14 0,0-1 0,1 1 0,-1 0 0,0-1 0,1 1 0,0 0 0,-1 0 0,1 0 0,0 0 0,0 0 0,0 1 0,0-1 0,0 0 0,1 0 0,-1 1 0,1-1 0,-1 0 0,1 1 0,0-1 0,0 0 0,0 1 0,0-1 0,1 1 0,-1-1 0,1 3 0,0-4 0,0 0 0,0 0 0,0 0 0,0 0 0,0 0 0,0 0 0,1 0 0,-1 0 0,0-1 0,0 1 0,1-1 0,-1 1 0,0-1 0,1 1 0,-1-1 0,0 0 0,1 0 0,-1 1 0,1-1 0,-1 0 0,1 0 0,-1 0 0,0-1 0,1 1 0,-1 0 0,1 0 0,-1-1 0,0 1 0,1-1 0,-1 1 0,0-1 0,0 0 0,2 0 0,1-1 0,0 0 0,0 0 0,0 0 0,0-1 0,0 1 0,0-1 0,-1 0 0,1 0 0,3-5 0,-5 5 0,0-1 0,0 0 0,-1 1 0,1-1 0,-1 0 0,0 0 0,0 0 0,0 0 0,0 0 0,-1-1 0,1 1 0,-1-5 0,0 7 0,-1 1 0,1 0 0,0-1 0,0 1 0,0-1 0,-1 1 0,1 0 0,-1-1 0,1 1 0,-1 0 0,1 0 0,-1-1 0,0 1 0,0 0 0,1 0 0,-1 0 0,0 0 0,0 0 0,0 0 0,0 0 0,0 0 0,-1 0 0,1 1 0,0-1 0,0 0 0,0 1 0,-1-1 0,1 1 0,0-1 0,-1 1 0,1-1 0,0 1 0,-1 0 0,1 0 0,-1 0 0,1 0 0,-2 0 0,0 0 0,0 1 0,0 0 0,0-1 0,0 1 0,0 0 0,0 0 0,1 1 0,-1-1 0,-4 3 0,-20 7 0,21-17 0,-4-3 0,18 21 0,-8-10 0,1-1 0,0 0 0,0 0 0,1 0 0,-1-1 0,0 1 0,0 0 0,0 0 0,1-1 0,-1 1 0,0 0 0,1-1 0,-1 1 0,0-1 0,1 0 0,-1 1 0,1-1 0,-1 0 0,1 0 0,-1 0 0,0 0 0,1 0 0,-1 0 0,1-1 0,-1 1 0,1 0 0,-1-1 0,0 1 0,1-1 0,-1 1 0,0-1 0,1 0 0,-1 0 0,2-1 0,-2 2 0,0-1 0,1 0 0,-1 0 0,0-1 0,1 1 0,-1 0 0,0 0 0,0 0 0,0-1 0,0 1 0,0-1 0,0 1 0,0-1 0,-1 1 0,1-1 0,0 1 0,-1-1 0,1 0 0,-1 1 0,0-1 0,1 0 0,-1 1 0,0-1 0,0 0 0,0 0 0,-1 1 0,1-1 0,-1-2 0,-20 33 0,19-32 0,-9-14 0,-7 32 0,21-25 0,0 1 0,0-1 0,-1 1 0,2-14 0,-4 25 0,0 0 0,0 0 0,0 0 0,0 0 0,0 0 0,1 0 0,-1 0 0,1 0 0,-1 0 0,1 0 0,0-1 0,0 1 0,0 0 0,0 0 0,0 0 0,0-1 0,0 1 0,1-1 0,-1 1 0,1-1 0,-1 0 0,1 1 0,-1-1 0,1 0 0,0 0 0,0 0 0,-1 0 0,1 0 0,0 0 0,0-1 0,0 1 0,0-1 0,0 1 0,0-1 0,0 0 0,3 0 0,13 2 0,-1 0 0,1-2 0,25-2 0,-14 0 0,183-4 0,-479 19 0,214-13 0,50 0 0,6 0 0,29 0 0,266 0 0,-311 1 0,1 1 0,-1 0 0,-16 6 0,-27 4 0,40-10 0,10-2 0,-1 0 0,1 1 0,0-1 0,0 2 0,0-1 0,0 0 0,0 1 0,1 0 0,-12 6 0,71-5 0,81-4 0,-78 1 0,-44 0 0,-15 0 0,-30 0 0,1 1 0,0 2 0,0 1 0,-32 8 0,76-14 0,1 0 0,0 2 0,0-1 0,23 4 0,7-1 0,-11 0 0,-57 3 0,3-1 0,0 1 0,1 1 0,-22 10 0,-2-1 0,-57 34 0,100-49 0,1-1 0,-1 1 0,1-1 0,-1 0 0,1 1 0,-1-1 0,1 0 0,-1 1 0,1-1 0,0 0 0,-1 0 0,1 1 0,0-1 0,0 0 0,0 0 0,0 1 0,-1-1 0,1 0 0,0 0 0,0 0 0,1 1 0,-1-1 0,0 0 0,0 0 0,0 0 0,0 1 0,1-2 0,-5-28 0,4 29 0,0 0 0,0 0 0,0 0 0,0 0 0,0 0 0,0 1 0,0-1 0,0 0 0,0 0 0,0 0 0,0 0 0,1 0 0,-1 0 0,0 0 0,1 0 0,-1 0 0,1 1 0,-1-1 0,1 0 0,-1 0 0,1 0 0,-1 1 0,1-1 0,0 0 0,0 1 0,0-2 0,6-10 0,-28 14 0,9 2 0,1 0 0,0 1 0,0 0 0,-15 10 0,16-8 0,-1-1 0,0 0 0,-22 7 0,46-23 0,21-3 0,-32 13 0,-1-1 0,1 1 0,-1-1 0,1 1 0,0 0 0,-1 0 0,1 0 0,0 0 0,-1 0 0,1 0 0,-1 1 0,1-1 0,0 0 0,-1 1 0,1-1 0,-1 1 0,1 0 0,-1-1 0,1 1 0,2 2 0,-5-2 0,1 1 0,0-1 0,0 0 0,0 1 0,-1-1 0,1 0 0,-1 0 0,1 1 0,-1-1 0,0 0 0,1 0 0,-1 0 0,0 0 0,0 1 0,0-1 0,1 0 0,-1-1 0,0 1 0,0 0 0,-1 0 0,1 0 0,0-1 0,0 1 0,0 0 0,-3 0 0,-21 22 0,29-19 0,17-9 0,112-50 0,-117 47 0,0-1 0,-1 0 0,0-1 0,0-1 0,24-23 0,-30 22 0,-20 16 0,-18 17 0,-5 23 0,28-35 0,0-1 0,0 0 0,-1 0 0,0 0 0,0-1 0,-1 0 0,0 0 0,-15 9 0,48-35 0,0-2 0,34-40 0,-45 49 0,-11 17 0,-16 26 0,3-8 0,13-21 0,8-12 0,14-16 0,33-43 0,-73 86 0,0 0 0,-1-1 0,-1-1 0,0 0 0,-1-1 0,-1-2 0,-33 19 0,52-31 0,0 0 0,0 1 0,0-1 0,-1 0 0,1 0 0,0 0 0,0 0 0,0 0 0,0 1 0,0-1 0,-1 0 0,1 0 0,0 0 0,0 0 0,0 0 0,0 0 0,-1 0 0,1 0 0,0 0 0,0 0 0,0 0 0,0 0 0,-1 0 0,1 0 0,0 0 0,0 0 0,0 0 0,-1 0 0,1 0 0,0 0 0,0 0 0,0 0 0,0 0 0,-1 0 0,1 0 0,0 0 0,0 0 0,0 0 0,0 0 0,-1-1 0,1 1 0,0 0 0,0 0 0,0 0 0,0 0 0,0 0 0,0-1 0,-1 1 0,1 0 0,0 0 0,0 0 0,0 0 0,0-1 0,0 1 0,6-13 0,14-14 0,-12 20 0,23-21 0,0 2 0,52-33 0,-83 59 0,0 0 0,0 0 0,1-1 0,-1 1 0,0 0 0,0 0 0,0 0 0,0 0 0,0 0 0,1 0 0,-1 0 0,0 0 0,0-1 0,0 1 0,0 0 0,1 0 0,-1 0 0,0 0 0,0 0 0,0 0 0,0 0 0,1 0 0,-1 0 0,0 0 0,0 0 0,0 0 0,1 0 0,-1 0 0,0 1 0,0-1 0,0 0 0,0 0 0,1 0 0,-1 0 0,0 0 0,0 0 0,0 0 0,0 0 0,0 1 0,0-1 0,1 0 0,-1 0 0,0 0 0,0 0 0,0 0 0,0 1 0,0-1 0,0 0 0,0 0 0,0 0 0,0 0 0,0 1 0,0-1 0,-1 15 0,-9 14 0,-5-1 0,-1-1 0,-1-1 0,-33 38 0,118-129 0,-42 42 0,38-42 0,-31 26 0,-27 34 0,-21 27 0,4-9 0,0-1 0,0 0 0,-16 11 0,-13 13 0,2 2 0,91-59 0,-30 9 0,0-1 0,29-21 0,-30 19 0,47-26 0,-97 76 0,10-10 0,-84 72 0,77-75 0,25-22 0,0 1 0,0-1 0,0 0 0,0 0 0,0 0 0,0 1 0,0-1 0,0 0 0,0 0 0,0 0 0,0 0 0,-1 0 0,1 1 0,0-1 0,0 0 0,0 0 0,0 0 0,0 0 0,0 0 0,0 0 0,-1 1 0,1-1 0,0 0 0,0 0 0,0 0 0,0 0 0,-1 0 0,1 0 0,0 0 0,0 0 0,0 0 0,0 0 0,-1 0 0,1 0 0,0 0 0,0 0 0,0 0 0,0 0 0,-1 0 0,1 0 0,0 0 0,0 0 0,0 0 0,0 0 0,-1 0 0,1 0 0,0 0 0,0 0 0,0 0 0,0-1 0,0 1 0,-1 0 0,1 0 0,0 0 0,0 0 0,0 0 0,0 0 0,0-1 0,0 1 0,3-15 0,15-19 0,13 0 0,40-33 0,-1 0 0,-67 64 0,1-1 0,-1 1 0,1 0 0,0 0 0,0 0 0,8-4 0,-11 7 0,-1 0 0,0 0 0,1 0 0,-1 0 0,0-1 0,0 1 0,1 0 0,-1 0 0,0 0 0,1 0 0,-1 0 0,0 0 0,1 0 0,-1 0 0,0 0 0,1 0 0,-1 0 0,0 0 0,1 0 0,-1 1 0,0-1 0,1 0 0,-1 0 0,0 0 0,0 0 0,1 1 0,-1-1 0,0 0 0,0 0 0,1 0 0,-1 1 0,0-1 0,0 0 0,0 0 0,1 1 0,-1-1 0,-3 25 0,-3-8 0,-2-1 0,0 0 0,-1 0 0,-1-1 0,0 0 0,-20 22 0,-3 4 0,41-48 0,0 0 0,0 0 0,1 0 0,14-7 0,30-24 0,-2-12 0,-97 129 0,-35 16 0,170-194 0,-73 83 0,-9 8 0,0 1 0,1-1 0,-1 1 0,11-6 0,-17 13 0,-1 0 0,0 0 0,0-1 0,0 1 0,0 0 0,1 0 0,-1 0 0,0 0 0,0 0 0,0 0 0,1 0 0,-1 0 0,0 0 0,0 0 0,0 0 0,1 0 0,-1 0 0,0 0 0,0 0 0,0 0 0,1 0 0,-1 0 0,0 0 0,0 0 0,0 0 0,0 0 0,1 0 0,-1 0 0,0 0 0,0 0 0,0 1 0,1-1 0,-1 0 0,0 0 0,0 0 0,0 0 0,0 0 0,0 1 0,0-1 0,1 0 0,-1 0 0,0 0 0,0 0 0,0 1 0,0-1 0,0 0 0,0 0 0,0 1 0,1 15 0,-7 15 0,-4-9 0,-2 0 0,-26 36 0,16-26 0,67-93 0,-42 61 0,-3 7 0,-5 12 0,3-11 0,6-16 0,45-96 0,-52 109 0,-1 1 0,1-1 0,-1 0 0,0 0 0,0-1 0,0 1 0,-1-1 0,1 0 0,-1 0 0,0 0 0,0 0 0,-1-1 0,1 0 0,-8 3 0,-12 6 0,-1-1 0,-1-1 0,1-1 0,-2-1 0,1-1 0,-55 5 0,90-14 0,0 0 0,0 0 0,0 0 0,0-1 0,8-5 0,8-2 0,24-9 0,-34 12 0,1 1 0,-1 1 0,1 0 0,0 1 0,0 0 0,1 1 0,-1 1 0,0 0 0,19 1 0,-33 1 0,-1 0 0,0 0 0,0 0 0,0 0 0,1 0 0,-1-1 0,0 1 0,0 0 0,1 0 0,-1 0 0,0 0 0,0 0 0,1 0 0,-1 0 0,0 0 0,0 0 0,1 0 0,-1 0 0,0 0 0,0 0 0,0 0 0,1 1 0,-1-1 0,0 0 0,0 0 0,1 0 0,-1 0 0,0 0 0,0 0 0,0 1 0,0-1 0,1 0 0,-1 0 0,0 0 0,0 0 0,0 1 0,0-1 0,0 0 0,1 0 0,-1 0 0,0 1 0,0-1 0,0 0 0,0 0 0,0 1 0,0-1 0,0 0 0,0 0 0,0 1 0,0-1 0,-14 7 0,-22 4 0,11-6 0,-1-2 0,0 0 0,0-2 0,-35-3 0,61 2 0,0 0 0,0 0 0,0 0 0,0 0 0,0 0 0,0 0 0,0 0 0,0 0 0,0 0 0,0-1 0,0 1 0,0 0 0,0 0 0,0 0 0,0 0 0,0 0 0,1 0 0,-1 0 0,0 0 0,0 0 0,0 0 0,0-1 0,0 1 0,0 0 0,0 0 0,0 0 0,0 0 0,-1 0 0,1 0 0,0 0 0,0 0 0,0 0 0,0 0 0,0-1 0,0 1 0,0 0 0,0 0 0,0 0 0,0 0 0,0 0 0,0 0 0,0 0 0,0 0 0,0 0 0,0 0 0,-1 0 0,19-7 0,22-3 0,12-2 0,1 3 0,73-3 0,-58 6 0,-125 9 0,34-2 0,0 0 0,-39 8 0,-5 8 0,117-17 0,-21 2 0,326-2 0,-660 0 0,622 0 0,-422-7 0,-169 1 0,353-8 0,139 14 0,-270 0 0,-77 1 0,112 0 0,1 1 0,0 1 0,0 0 0,0 1 0,-25 10 0,97 4 0,-14-15 0,-1-1 0,59-6 0,-99 4 0,-1 0 0,1 0 0,-1 0 0,1 0 0,-1 0 0,1 0 0,-1 0 0,1 0 0,-1 0 0,1 0 0,-1 0 0,1 0 0,-1 0 0,1 0 0,-1 0 0,1 0 0,-1-1 0,1 1 0,-1 0 0,1 0 0,-1-1 0,1 1 0,-1 0 0,0 0 0,1-1 0,-1 1 0,0-1 0,1 1 0,-1 0 0,0-1 0,1 1 0,-1-1 0,1 0 0,-16-9 0,-28-6 0,-31 1 0,-13-4 0,166 6 0,-12 13 0,-42 0 0,-36 0 0,-57 0 0,62 0 0,43 0 0,200-2 0,-324-13 0,0 4 0,-115 0 0,167 11 0,33 0 0,4 0 0,19 0 0,42-1 0,1 3 0,-1 3 0,70 15 0,-77-10 0,64 3 0,-63-8 0,58 12 0,-136-19 0,0 1 0,0 1 0,-23 2 0,-13 0 0,-485-2 0,1065 0 0,-517 0 0,-9-1 0,-21-1 0,-34-1 0,-296-4 0,351 6 0,9 0 0,24-1 0,42 0 0,-42 2 0,47 0 0,118-13 0,-195 13 0,0 0 0,0 0 0,0 0 0,0 0 0,-1 0 0,1 0 0,0 0 0,0 0 0,0-1 0,0 1 0,0 0 0,0 0 0,0 0 0,0 0 0,0 0 0,0 0 0,0 0 0,0 0 0,-1 0 0,1 0 0,0 0 0,0-1 0,0 1 0,0 0 0,0 0 0,0 0 0,0 0 0,0 0 0,0 0 0,0 0 0,0 0 0,0 0 0,0-1 0,0 1 0,0 0 0,0 0 0,-21-4 0,-36-4 0,51 8 0,-109-5 0,140 2 0,45-11 0,-57 11 0,-23 4 0,0 0 0,0-1 0,0 0 0,0-1 0,0 0 0,-16-4 0,25 0 0,1 4 0,0 1 0,0 0 0,0-1 0,0 1 0,0 0 0,0-1 0,0 1 0,0 0 0,0-1 0,0 1 0,0 0 0,0-1 0,0 1 0,0 0 0,-1-1 0,1 1 0,0 0 0,0-1 0,0 1 0,0 0 0,-1 0 0,1-1 0,0 1 0,0 0 0,-1 0 0,1-1 0,0 1 0,-1 0 0,1 0 0,0 0 0,0-1 0,-1 1 0,1 0 0,0 0 0,-1 0 0,1 0 0,0 0 0,-1 0 0,1 0 0,0 0 0,-1 0 0,1 0 0,-1 0 0,1 0 0,-2 0 0,-6-2 0,1 2 0,0-1 0,-1 1 0,1 1 0,0-1 0,-12 3 0,64 20 0,-26-16 0,37 19 0,-54-25 0,0 0 0,0 0 0,0 1 0,0-1 0,0 0 0,0 1 0,-1 0 0,1-1 0,-1 1 0,1 0 0,-1 0 0,0-1 0,1 1 0,-1 0 0,0 0 0,0 1 0,-1-1 0,1 0 0,0 0 0,-1 0 0,1 4 0,-2-4 0,0 0 0,0-1 0,0 1 0,0 0 0,0-1 0,0 1 0,-1-1 0,1 0 0,0 1 0,-1-1 0,1 0 0,-1 0 0,0 0 0,1 0 0,-1 0 0,0 0 0,0-1 0,0 1 0,1 0 0,-1-1 0,0 0 0,0 1 0,-3-1 0,-49 7 0,-110 3 0,218-3 0,65 2 0,-112-8 0,-49-1 0,39 0 0,5 0 0,24 0 0,16 0 0,-40 0 0,-5 0 0,-22 0 0,-16 0-1365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A8215-FD49-4E96-A42F-83DB4A3BC5E9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83689-E371-433B-8BC2-56F2DD64B63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1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83689-E371-433B-8BC2-56F2DD64B6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2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49616B-016C-45F5-76F4-C4ABFB31F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2824C47-3702-3A35-FC6B-8AA42F136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C9EE5E-B314-1E2D-1F6C-7AE84800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39509D-1352-155F-ED31-CE0B9FA9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FE6747-5468-E9B8-DF17-C07F6086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3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6348D7-7459-6517-6DE8-88652376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2E6334-4FCC-7BB8-5A8C-1BED60BA6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5BBDCB-6029-5644-508B-C542B77D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F21B87-9943-193C-94A6-AFD660F29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75D9F0-6BF3-A114-45C9-AA0784E4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54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372322-BF49-EB30-A193-60946A9B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A46D43-01D5-68C6-F895-8E4484217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6BFD4E-EB00-4F16-EBFC-3891F025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005474-F034-FC84-BBA4-336ADDFF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BBAACA-CA47-9405-3F68-905BB541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90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03A5CF-E977-E0BA-8AC3-900C100F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F5A0DB-9EA4-2022-6722-F3C8A2A1C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31C5A83-ECFF-6F46-D15A-E9C724375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0860DC-EDE0-E62C-A2F2-FCBCA02C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BE8772-6D3B-B202-AE00-491DA95E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A4FCE55-2F2C-BBB9-1DB9-D3939413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28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BC3438-13CE-6608-C4B0-7E4D0390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24D660-A7C6-B4EB-8EED-656C8C002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86D4779-E08A-55F7-F307-0E963B60F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CCC2F2D-470F-2333-A838-B878E8A8D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12C240F-2452-CE96-BADF-3AFB51071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A69F78E-775C-D197-EA05-6733DF37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D41C2A8-996C-AD9B-CA70-BAD19134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E89F3D3-F2FA-8188-37DF-84FE409C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1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8A5A91-6450-9DCA-D843-FC61E4D8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14912ED-0EF5-6667-CAC8-4F8CC1337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94EF176-810D-93A9-A448-5947970A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CB3396E-ACDD-DD59-7FF9-4EE4B962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3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7961EB6-81A4-D1C0-CDFE-52AB41B1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43CA264-2762-786B-E3CF-3502EEC6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68F8EEC-0EEE-0B21-A9EF-AD68B2A2C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4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D9FE2C-38B7-DB4D-1EC5-8835449A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0B04E-D4E8-24BC-ABB8-2D58F7BFC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2155E31-AA74-7EE0-3462-356049B42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491FCBD-482A-4BA6-0C18-4AC3A0F5F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91C67CC-0CC3-390F-EE56-55B3AF77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6D9585D-0E3A-D89B-F437-1440CB36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3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9D2BB-5C46-A888-4943-3F8F97B0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D90E398-BB31-C006-3F08-8312AA56E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762982-B626-CB64-D0F3-C6C11DDBB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78D436-282B-DBC8-BB0C-975F8BC90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D1FA790-A9C8-7856-73CD-999D2937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6CE4D1-41AC-DDD7-7BBB-CFA75DF7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4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F23394-7933-53A0-8CE0-9957E2DC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B33F9A9-0BFA-F424-E474-FFF9CB579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39B907-C1EF-ECDD-7DE5-45423602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1CAF96-0409-6C55-9465-A6E8F77F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583CAE-6A7E-B78C-29F2-7F57B3B15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2A902E6-20C9-AE3B-8ABF-36FB44053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DCF4776-9494-E4D3-96F2-4581109D6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96B061-C1D1-C955-BACB-146FBEA2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3D8FC8-9ED7-A5AB-953B-6D483191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15BB72-F855-9AA2-4E6B-782E2115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7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3AEF809-FF1C-6AC3-E4E4-5B5FEF64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617F3F-91B6-8D06-39C0-3E644FD28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9C6521-629F-E0B6-72CE-4F3CF6804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E2DF7-F786-40EC-90A9-38E13C81FA3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EF511E-1834-2F1C-0551-5EEEBCB2A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60B64-418D-1552-94DC-6AC6DA491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5A3D6-F440-4FF4-9B2F-868E750F6C3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1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28.png"/><Relationship Id="rId1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30.png"/><Relationship Id="rId18" Type="http://schemas.openxmlformats.org/officeDocument/2006/relationships/customXml" Target="../ink/ink13.xml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customXml" Target="../ink/ink10.xml"/><Relationship Id="rId17" Type="http://schemas.openxmlformats.org/officeDocument/2006/relationships/customXml" Target="../ink/ink12.xml"/><Relationship Id="rId2" Type="http://schemas.openxmlformats.org/officeDocument/2006/relationships/image" Target="../media/image4.png"/><Relationship Id="rId16" Type="http://schemas.openxmlformats.org/officeDocument/2006/relationships/customXml" Target="../ink/ink11.xml"/><Relationship Id="rId20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10" Type="http://schemas.openxmlformats.org/officeDocument/2006/relationships/customXml" Target="../ink/ink9.xml"/><Relationship Id="rId19" Type="http://schemas.openxmlformats.org/officeDocument/2006/relationships/customXml" Target="../ink/ink14.xml"/><Relationship Id="rId4" Type="http://schemas.openxmlformats.org/officeDocument/2006/relationships/customXml" Target="../ink/ink6.xml"/><Relationship Id="rId9" Type="http://schemas.openxmlformats.org/officeDocument/2006/relationships/image" Target="../media/image28.png"/><Relationship Id="rId1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customXml" Target="../ink/ink19.xml"/><Relationship Id="rId3" Type="http://schemas.openxmlformats.org/officeDocument/2006/relationships/image" Target="../media/image33.png"/><Relationship Id="rId7" Type="http://schemas.openxmlformats.org/officeDocument/2006/relationships/customXml" Target="../ink/ink16.xml"/><Relationship Id="rId12" Type="http://schemas.openxmlformats.org/officeDocument/2006/relationships/image" Target="../media/image43.png"/><Relationship Id="rId2" Type="http://schemas.openxmlformats.org/officeDocument/2006/relationships/image" Target="../media/image4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customXml" Target="../ink/ink18.xml"/><Relationship Id="rId5" Type="http://schemas.openxmlformats.org/officeDocument/2006/relationships/image" Target="../media/image5.png"/><Relationship Id="rId15" Type="http://schemas.openxmlformats.org/officeDocument/2006/relationships/customXml" Target="../ink/ink20.xml"/><Relationship Id="rId10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customXml" Target="../ink/ink17.xml"/><Relationship Id="rId1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DBE268F5-73AF-CEC2-5BEE-7C9F3BB58970}"/>
              </a:ext>
            </a:extLst>
          </p:cNvPr>
          <p:cNvSpPr/>
          <p:nvPr/>
        </p:nvSpPr>
        <p:spPr>
          <a:xfrm>
            <a:off x="4897007" y="591533"/>
            <a:ext cx="7294994" cy="6266467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D135306-3836-72C0-3154-8476FCEAE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1254" y="2992654"/>
            <a:ext cx="6067533" cy="872692"/>
          </a:xfrm>
        </p:spPr>
        <p:txBody>
          <a:bodyPr>
            <a:normAutofit fontScale="90000"/>
          </a:bodyPr>
          <a:lstStyle/>
          <a:p>
            <a:r>
              <a:rPr lang="it-IT" err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Handy</a:t>
            </a:r>
            <a:r>
              <a:rPr lang="it-IT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 shopping</a:t>
            </a:r>
            <a:endParaRPr lang="en-US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5CE9EB2-B25F-EBD5-87D5-F8FD662D2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3077" y="3865346"/>
            <a:ext cx="4403886" cy="498907"/>
          </a:xfrm>
        </p:spPr>
        <p:txBody>
          <a:bodyPr>
            <a:normAutofit fontScale="77500" lnSpcReduction="20000"/>
          </a:bodyPr>
          <a:lstStyle/>
          <a:p>
            <a:r>
              <a:rPr lang="it-IT"/>
              <a:t>Lo shopping comodo a portata di mano</a:t>
            </a:r>
          </a:p>
          <a:p>
            <a:endParaRPr lang="en-US"/>
          </a:p>
        </p:txBody>
      </p:sp>
      <p:pic>
        <p:nvPicPr>
          <p:cNvPr id="1026" name="Picture 2" descr="Immagini di Mano Con Cellulare - Download gratuiti su Freepik">
            <a:extLst>
              <a:ext uri="{FF2B5EF4-FFF2-40B4-BE49-F238E27FC236}">
                <a16:creationId xmlns:a16="http://schemas.microsoft.com/office/drawing/2014/main" id="{1D247BFD-BEBE-4DE9-6BAC-83257DF4C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9700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D6F5BE06-4AE0-8757-265A-441FC8371F5C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7439401D-E9BF-BB65-3146-F23C531BE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0843" y="2762054"/>
            <a:ext cx="571491" cy="59153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A5E4744-BCD0-6E65-776E-1FDADF5FA1ED}"/>
              </a:ext>
            </a:extLst>
          </p:cNvPr>
          <p:cNvSpPr txBox="1"/>
          <p:nvPr/>
        </p:nvSpPr>
        <p:spPr>
          <a:xfrm>
            <a:off x="99586" y="92243"/>
            <a:ext cx="5920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PROGETTO DI PROGRAMMAZIONE WEB E MOBILE</a:t>
            </a:r>
          </a:p>
          <a:p>
            <a:endParaRPr lang="en-US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AFF9122-A310-2539-2F00-80190C3E118A}"/>
              </a:ext>
            </a:extLst>
          </p:cNvPr>
          <p:cNvSpPr txBox="1"/>
          <p:nvPr/>
        </p:nvSpPr>
        <p:spPr>
          <a:xfrm>
            <a:off x="9947602" y="6045625"/>
            <a:ext cx="2454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>
                <a:latin typeface="Lato" panose="020F0502020204030203" pitchFamily="34" charset="0"/>
              </a:rPr>
              <a:t>Simone Girgenti</a:t>
            </a:r>
          </a:p>
          <a:p>
            <a:r>
              <a:rPr lang="it-IT" sz="2000">
                <a:latin typeface="Lato" panose="020F0502020204030203" pitchFamily="34" charset="0"/>
              </a:rPr>
              <a:t>Marco Marino</a:t>
            </a:r>
            <a:endParaRPr lang="en-US" sz="200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77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0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ACTIVITY : EFFETTUARE IL LOGIN</a:t>
            </a:r>
          </a:p>
        </p:txBody>
      </p:sp>
      <p:pic>
        <p:nvPicPr>
          <p:cNvPr id="6" name="Immagine 5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389093CE-95B2-FB2D-D38A-B4C258EC6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44" y="866012"/>
            <a:ext cx="2754015" cy="54839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63D8683-987A-BBEF-4C60-A70FD3052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227" y="1355885"/>
            <a:ext cx="2191247" cy="4504229"/>
          </a:xfrm>
          <a:prstGeom prst="rect">
            <a:avLst/>
          </a:prstGeom>
        </p:spPr>
      </p:pic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66012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71F05CF-5484-D65E-4EFF-57DB28ACB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0375" y="1355884"/>
            <a:ext cx="2191247" cy="4504229"/>
          </a:xfrm>
          <a:prstGeom prst="rect">
            <a:avLst/>
          </a:prstGeom>
        </p:spPr>
      </p:pic>
      <p:pic>
        <p:nvPicPr>
          <p:cNvPr id="12" name="Immagine 11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0081B3A4-5CB4-13C4-8285-9E1C181CB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725" y="866015"/>
            <a:ext cx="2754015" cy="548397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EB04FDE-0A03-366E-9955-44B37F5442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0109" y="1355889"/>
            <a:ext cx="2191246" cy="4504227"/>
          </a:xfrm>
          <a:prstGeom prst="rect">
            <a:avLst/>
          </a:prstGeom>
        </p:spPr>
      </p:pic>
      <p:pic>
        <p:nvPicPr>
          <p:cNvPr id="16" name="Immagine 15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AB0D1BE9-D047-2D33-D8D5-0048855EA7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073" y="3164798"/>
            <a:ext cx="856869" cy="528403"/>
          </a:xfrm>
          <a:prstGeom prst="rect">
            <a:avLst/>
          </a:prstGeom>
        </p:spPr>
      </p:pic>
      <p:pic>
        <p:nvPicPr>
          <p:cNvPr id="17" name="Immagine 16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25CC4D83-16E3-D5E8-66AF-D24D57EF2D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83" y="3325689"/>
            <a:ext cx="856869" cy="528403"/>
          </a:xfrm>
          <a:prstGeom prst="rect">
            <a:avLst/>
          </a:prstGeom>
        </p:spPr>
      </p:pic>
      <p:pic>
        <p:nvPicPr>
          <p:cNvPr id="18" name="Immagine 17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7D6C6542-0936-D388-0DCB-43A2B3B09E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926" y="3653594"/>
            <a:ext cx="856869" cy="528403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E01874F-0F26-444C-33F0-837E13C30CC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339859" y="3608001"/>
            <a:ext cx="13791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E3278697-7F72-A6EE-6A7A-633C8985141E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7473007" y="3608001"/>
            <a:ext cx="1375718" cy="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31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 ACTIVITY: EFFETTUARE LA REGISTRAZIONE</a:t>
            </a:r>
          </a:p>
        </p:txBody>
      </p:sp>
      <p:pic>
        <p:nvPicPr>
          <p:cNvPr id="6" name="Immagine 5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389093CE-95B2-FB2D-D38A-B4C258EC6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44" y="866012"/>
            <a:ext cx="2754015" cy="5483977"/>
          </a:xfrm>
          <a:prstGeom prst="rect">
            <a:avLst/>
          </a:prstGeom>
        </p:spPr>
      </p:pic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66012"/>
            <a:ext cx="2754015" cy="5483977"/>
          </a:xfrm>
          <a:prstGeom prst="rect">
            <a:avLst/>
          </a:prstGeom>
        </p:spPr>
      </p:pic>
      <p:pic>
        <p:nvPicPr>
          <p:cNvPr id="12" name="Immagine 11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0081B3A4-5CB4-13C4-8285-9E1C181CB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725" y="866015"/>
            <a:ext cx="2754015" cy="548397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427A303-ABA1-EAA4-A1CE-C7CE408FD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833" y="1369122"/>
            <a:ext cx="2178370" cy="4477760"/>
          </a:xfrm>
          <a:prstGeom prst="rect">
            <a:avLst/>
          </a:prstGeom>
        </p:spPr>
      </p:pic>
      <p:pic>
        <p:nvPicPr>
          <p:cNvPr id="16" name="Immagine 15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AB0D1BE9-D047-2D33-D8D5-0048855EA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84" y="3164798"/>
            <a:ext cx="856869" cy="52840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AD2BDF2-34B2-410B-4865-D8FEC9BE2D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6547" y="1382356"/>
            <a:ext cx="2178370" cy="447776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5ABA927-7DAE-407B-8D4A-8FB8DEEBC1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6814" y="1382356"/>
            <a:ext cx="2178370" cy="4477760"/>
          </a:xfrm>
          <a:prstGeom prst="rect">
            <a:avLst/>
          </a:prstGeom>
        </p:spPr>
      </p:pic>
      <p:pic>
        <p:nvPicPr>
          <p:cNvPr id="18" name="Immagine 17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7D6C6542-0936-D388-0DCB-43A2B3B09E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796" y="3693201"/>
            <a:ext cx="856869" cy="528403"/>
          </a:xfrm>
          <a:prstGeom prst="rect">
            <a:avLst/>
          </a:prstGeom>
        </p:spPr>
      </p:pic>
      <p:pic>
        <p:nvPicPr>
          <p:cNvPr id="19" name="Immagine 18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FBA7BFF6-F8C3-7AF6-6EB5-E2562B397A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043" y="4221604"/>
            <a:ext cx="856869" cy="528403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ED28E544-1A16-B80D-5D0B-8C89CEBB2C7C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339859" y="3608001"/>
            <a:ext cx="13791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CD6E9AA2-6DD4-F0DC-72BC-DEB63104844C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7473007" y="3608001"/>
            <a:ext cx="1375718" cy="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714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HOME : PANORAMICA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66012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3801" y="1342370"/>
            <a:ext cx="2204395" cy="4531258"/>
          </a:xfrm>
          <a:prstGeom prst="rect">
            <a:avLst/>
          </a:prstGeom>
        </p:spPr>
      </p:pic>
      <p:sp>
        <p:nvSpPr>
          <p:cNvPr id="15" name="Parentesi quadra aperta 14">
            <a:extLst>
              <a:ext uri="{FF2B5EF4-FFF2-40B4-BE49-F238E27FC236}">
                <a16:creationId xmlns:a16="http://schemas.microsoft.com/office/drawing/2014/main" id="{BE5E3314-D4F9-EA97-0A1E-86902F38DBD3}"/>
              </a:ext>
            </a:extLst>
          </p:cNvPr>
          <p:cNvSpPr/>
          <p:nvPr/>
        </p:nvSpPr>
        <p:spPr>
          <a:xfrm>
            <a:off x="4130693" y="5134928"/>
            <a:ext cx="725704" cy="676275"/>
          </a:xfrm>
          <a:prstGeom prst="leftBracke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entesi quadra aperta 4">
            <a:extLst>
              <a:ext uri="{FF2B5EF4-FFF2-40B4-BE49-F238E27FC236}">
                <a16:creationId xmlns:a16="http://schemas.microsoft.com/office/drawing/2014/main" id="{51A70143-5533-18FC-1FC6-EF842C501E7D}"/>
              </a:ext>
            </a:extLst>
          </p:cNvPr>
          <p:cNvSpPr/>
          <p:nvPr/>
        </p:nvSpPr>
        <p:spPr>
          <a:xfrm>
            <a:off x="4130693" y="1342371"/>
            <a:ext cx="725704" cy="3709690"/>
          </a:xfrm>
          <a:prstGeom prst="leftBracke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9F9A344-9B8A-753C-CB67-99D647B9FBFA}"/>
              </a:ext>
            </a:extLst>
          </p:cNvPr>
          <p:cNvSpPr txBox="1"/>
          <p:nvPr/>
        </p:nvSpPr>
        <p:spPr>
          <a:xfrm>
            <a:off x="1444419" y="5164872"/>
            <a:ext cx="2686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BottomNavigationView in NavigationActivity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2DB0581-255B-358A-AB40-A5C2F33C609C}"/>
              </a:ext>
            </a:extLst>
          </p:cNvPr>
          <p:cNvSpPr txBox="1"/>
          <p:nvPr/>
        </p:nvSpPr>
        <p:spPr>
          <a:xfrm>
            <a:off x="1884259" y="2874050"/>
            <a:ext cx="1806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RecyclerView in </a:t>
            </a:r>
          </a:p>
          <a:p>
            <a:pPr algn="ctr"/>
            <a:r>
              <a:rPr lang="it-IT" dirty="0"/>
              <a:t>HomeFragment</a:t>
            </a:r>
          </a:p>
        </p:txBody>
      </p:sp>
    </p:spTree>
    <p:extLst>
      <p:ext uri="{BB962C8B-B14F-4D97-AF65-F5344CB8AC3E}">
        <p14:creationId xmlns:p14="http://schemas.microsoft.com/office/powerpoint/2010/main" val="3135697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HOME : PERMESSI DELLE NOTIFICHE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532" y="784531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7341" y="1260889"/>
            <a:ext cx="2229859" cy="4583599"/>
          </a:xfrm>
          <a:prstGeom prst="rect">
            <a:avLst/>
          </a:prstGeom>
        </p:spPr>
      </p:pic>
      <p:pic>
        <p:nvPicPr>
          <p:cNvPr id="2" name="Immagine 1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7C303CD9-CD83-01FF-286F-DB4DC0F6FE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288" y="3526519"/>
            <a:ext cx="856869" cy="52840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7A5CD9-1006-5C53-5B7C-13F531625C5A}"/>
              </a:ext>
            </a:extLst>
          </p:cNvPr>
          <p:cNvSpPr txBox="1"/>
          <p:nvPr/>
        </p:nvSpPr>
        <p:spPr>
          <a:xfrm>
            <a:off x="7555329" y="2690336"/>
            <a:ext cx="3461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Attivando le notifiche l'utente potrà ricevere gli aggiornamenti relativi ai prodotti in promozione, i quali vengono aggiornati una volta ogni 24 ore.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0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1" y="820487"/>
            <a:ext cx="2754015" cy="5483977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326587DE-1A36-9E71-8A2D-043ABDE13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3801" y="1342370"/>
            <a:ext cx="2204395" cy="4531258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HOME: PRODOTTI IN VETRINA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6AEDF0-F172-A486-C600-34F2262B9912}"/>
              </a:ext>
            </a:extLst>
          </p:cNvPr>
          <p:cNvSpPr txBox="1"/>
          <p:nvPr/>
        </p:nvSpPr>
        <p:spPr>
          <a:xfrm>
            <a:off x="8229091" y="3236180"/>
            <a:ext cx="199587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Percentuale di sconto applicata al prodotto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0AECA35-7C03-EA86-6854-5D164EC3AD36}"/>
              </a:ext>
            </a:extLst>
          </p:cNvPr>
          <p:cNvSpPr/>
          <p:nvPr/>
        </p:nvSpPr>
        <p:spPr>
          <a:xfrm>
            <a:off x="6283339" y="2506747"/>
            <a:ext cx="233434" cy="118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C56E84C-F4D7-0398-9671-8AB62B8CCD0A}"/>
              </a:ext>
            </a:extLst>
          </p:cNvPr>
          <p:cNvCxnSpPr>
            <a:cxnSpLocks/>
            <a:stCxn id="2" idx="1"/>
            <a:endCxn id="20" idx="3"/>
          </p:cNvCxnSpPr>
          <p:nvPr/>
        </p:nvCxnSpPr>
        <p:spPr>
          <a:xfrm flipH="1" flipV="1">
            <a:off x="6516773" y="2566226"/>
            <a:ext cx="1712318" cy="11316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tangolo 20">
            <a:extLst>
              <a:ext uri="{FF2B5EF4-FFF2-40B4-BE49-F238E27FC236}">
                <a16:creationId xmlns:a16="http://schemas.microsoft.com/office/drawing/2014/main" id="{CEFCB578-B913-8095-90A1-FD05498888C3}"/>
              </a:ext>
            </a:extLst>
          </p:cNvPr>
          <p:cNvSpPr/>
          <p:nvPr/>
        </p:nvSpPr>
        <p:spPr>
          <a:xfrm>
            <a:off x="6225338" y="3633519"/>
            <a:ext cx="233434" cy="128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69D4F69-9402-892F-AAB2-4E2EC72601EA}"/>
              </a:ext>
            </a:extLst>
          </p:cNvPr>
          <p:cNvCxnSpPr>
            <a:cxnSpLocks/>
            <a:stCxn id="2" idx="1"/>
            <a:endCxn id="21" idx="3"/>
          </p:cNvCxnSpPr>
          <p:nvPr/>
        </p:nvCxnSpPr>
        <p:spPr>
          <a:xfrm flipH="1">
            <a:off x="6458772" y="3697845"/>
            <a:ext cx="177031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6CE3108-4DDE-B193-6AAA-9C83B0DB7AB1}"/>
              </a:ext>
            </a:extLst>
          </p:cNvPr>
          <p:cNvCxnSpPr>
            <a:cxnSpLocks/>
            <a:stCxn id="2" idx="1"/>
            <a:endCxn id="23" idx="3"/>
          </p:cNvCxnSpPr>
          <p:nvPr/>
        </p:nvCxnSpPr>
        <p:spPr>
          <a:xfrm flipH="1">
            <a:off x="6516065" y="3697845"/>
            <a:ext cx="1713026" cy="11300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tangolo 22">
            <a:extLst>
              <a:ext uri="{FF2B5EF4-FFF2-40B4-BE49-F238E27FC236}">
                <a16:creationId xmlns:a16="http://schemas.microsoft.com/office/drawing/2014/main" id="{056493F5-EF5D-397C-4F2F-5F3AD8DCE454}"/>
              </a:ext>
            </a:extLst>
          </p:cNvPr>
          <p:cNvSpPr/>
          <p:nvPr/>
        </p:nvSpPr>
        <p:spPr>
          <a:xfrm>
            <a:off x="6284047" y="4769983"/>
            <a:ext cx="232018" cy="1158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D6D6CF6-E5DA-14AA-EE42-A5185CC2FCA1}"/>
              </a:ext>
            </a:extLst>
          </p:cNvPr>
          <p:cNvSpPr txBox="1"/>
          <p:nvPr/>
        </p:nvSpPr>
        <p:spPr>
          <a:xfrm>
            <a:off x="2134549" y="3512636"/>
            <a:ext cx="182835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Prezzo scontato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9C916D51-B6DE-7BF7-09FA-ADA6A4739AF8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 flipV="1">
            <a:off x="3962906" y="2569170"/>
            <a:ext cx="1912793" cy="1128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5A2A8FA-792D-BE17-C93A-1E80A56E7B4E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>
            <a:off x="3962906" y="3697302"/>
            <a:ext cx="191279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10A6F0A5-07B4-FFB2-D338-402A05B98704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3962906" y="3697302"/>
            <a:ext cx="1912792" cy="11305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0197BC6F-2780-093A-B534-EA32C057A62B}"/>
              </a:ext>
            </a:extLst>
          </p:cNvPr>
          <p:cNvSpPr/>
          <p:nvPr/>
        </p:nvSpPr>
        <p:spPr>
          <a:xfrm>
            <a:off x="5875699" y="2512635"/>
            <a:ext cx="365556" cy="113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4E416D1-1616-554B-F5F3-A6BB2919A940}"/>
              </a:ext>
            </a:extLst>
          </p:cNvPr>
          <p:cNvSpPr/>
          <p:nvPr/>
        </p:nvSpPr>
        <p:spPr>
          <a:xfrm>
            <a:off x="5875699" y="3632433"/>
            <a:ext cx="313170" cy="1297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A53B590-79F6-76FA-62B1-BEB0F4410E31}"/>
              </a:ext>
            </a:extLst>
          </p:cNvPr>
          <p:cNvSpPr/>
          <p:nvPr/>
        </p:nvSpPr>
        <p:spPr>
          <a:xfrm>
            <a:off x="5875698" y="4769985"/>
            <a:ext cx="365557" cy="115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34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25344"/>
            <a:ext cx="2754015" cy="5483977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57FAFB15-06F1-5C13-32F0-BFEE7EC70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3801" y="1342370"/>
            <a:ext cx="2204395" cy="4531258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</a:t>
            </a:r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HOME: PRODOTTI IN VETRINA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6AEDF0-F172-A486-C600-34F2262B9912}"/>
              </a:ext>
            </a:extLst>
          </p:cNvPr>
          <p:cNvSpPr txBox="1"/>
          <p:nvPr/>
        </p:nvSpPr>
        <p:spPr>
          <a:xfrm>
            <a:off x="8189137" y="3354843"/>
            <a:ext cx="275401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Valutazione del prodotto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C56E84C-F4D7-0398-9671-8AB62B8CCD0A}"/>
              </a:ext>
            </a:extLst>
          </p:cNvPr>
          <p:cNvCxnSpPr>
            <a:cxnSpLocks/>
            <a:stCxn id="2" idx="1"/>
            <a:endCxn id="18" idx="3"/>
          </p:cNvCxnSpPr>
          <p:nvPr/>
        </p:nvCxnSpPr>
        <p:spPr>
          <a:xfrm flipH="1" flipV="1">
            <a:off x="7059407" y="2417467"/>
            <a:ext cx="1129730" cy="1122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69D4F69-9402-892F-AAB2-4E2EC72601EA}"/>
              </a:ext>
            </a:extLst>
          </p:cNvPr>
          <p:cNvCxnSpPr>
            <a:cxnSpLocks/>
            <a:stCxn id="2" idx="1"/>
            <a:endCxn id="19" idx="3"/>
          </p:cNvCxnSpPr>
          <p:nvPr/>
        </p:nvCxnSpPr>
        <p:spPr>
          <a:xfrm flipH="1">
            <a:off x="7059407" y="3539509"/>
            <a:ext cx="11297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6CE3108-4DDE-B193-6AAA-9C83B0DB7AB1}"/>
              </a:ext>
            </a:extLst>
          </p:cNvPr>
          <p:cNvCxnSpPr>
            <a:cxnSpLocks/>
            <a:stCxn id="2" idx="1"/>
            <a:endCxn id="20" idx="3"/>
          </p:cNvCxnSpPr>
          <p:nvPr/>
        </p:nvCxnSpPr>
        <p:spPr>
          <a:xfrm flipH="1">
            <a:off x="7059407" y="3539509"/>
            <a:ext cx="1129730" cy="11309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1D6B4520-2F3D-22C0-6221-EB192B4286BA}"/>
              </a:ext>
            </a:extLst>
          </p:cNvPr>
          <p:cNvSpPr/>
          <p:nvPr/>
        </p:nvSpPr>
        <p:spPr>
          <a:xfrm>
            <a:off x="6575110" y="2355167"/>
            <a:ext cx="484297" cy="124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9302AC01-5DAD-7D92-411C-4769FD08A74A}"/>
              </a:ext>
            </a:extLst>
          </p:cNvPr>
          <p:cNvSpPr/>
          <p:nvPr/>
        </p:nvSpPr>
        <p:spPr>
          <a:xfrm>
            <a:off x="6575111" y="3477209"/>
            <a:ext cx="484296" cy="124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43D7D5DB-B2C0-0CE3-6F61-90DE02D0F2D7}"/>
              </a:ext>
            </a:extLst>
          </p:cNvPr>
          <p:cNvSpPr/>
          <p:nvPr/>
        </p:nvSpPr>
        <p:spPr>
          <a:xfrm>
            <a:off x="6575111" y="4608193"/>
            <a:ext cx="484296" cy="124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F855EAA-3FE6-2EE7-4030-A3B054A8028C}"/>
              </a:ext>
            </a:extLst>
          </p:cNvPr>
          <p:cNvSpPr txBox="1"/>
          <p:nvPr/>
        </p:nvSpPr>
        <p:spPr>
          <a:xfrm>
            <a:off x="905753" y="3244166"/>
            <a:ext cx="309710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Tempo stimato di consegna</a:t>
            </a:r>
          </a:p>
          <a:p>
            <a:pPr algn="ctr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(2-7 giorni)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C909BB29-325A-F137-9581-4C969C58FE82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 flipV="1">
            <a:off x="4002862" y="2417467"/>
            <a:ext cx="1856119" cy="11498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BBFE3E7C-58D6-9AA9-4217-4198C00DD99B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 flipV="1">
            <a:off x="4002862" y="3543990"/>
            <a:ext cx="1867468" cy="23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FE5B52AB-6445-3758-84CD-B44A228E6E94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4002862" y="3567332"/>
            <a:ext cx="1867468" cy="11031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D03DA8AC-16BE-FFAD-D2A9-0E200F65ADF6}"/>
              </a:ext>
            </a:extLst>
          </p:cNvPr>
          <p:cNvSpPr/>
          <p:nvPr/>
        </p:nvSpPr>
        <p:spPr>
          <a:xfrm>
            <a:off x="5858981" y="2355167"/>
            <a:ext cx="666013" cy="124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592520A-6031-4FF5-D84B-BDABF0220526}"/>
              </a:ext>
            </a:extLst>
          </p:cNvPr>
          <p:cNvSpPr/>
          <p:nvPr/>
        </p:nvSpPr>
        <p:spPr>
          <a:xfrm>
            <a:off x="5870330" y="3481690"/>
            <a:ext cx="644399" cy="124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64EC442-98A7-FB4F-0F1E-B51D7CA35691}"/>
              </a:ext>
            </a:extLst>
          </p:cNvPr>
          <p:cNvSpPr/>
          <p:nvPr/>
        </p:nvSpPr>
        <p:spPr>
          <a:xfrm>
            <a:off x="5870330" y="4608193"/>
            <a:ext cx="644399" cy="124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29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1" y="844394"/>
            <a:ext cx="2754015" cy="5483977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57FAFB15-06F1-5C13-32F0-BFEE7EC70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3801" y="1342370"/>
            <a:ext cx="2204395" cy="4531258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HOME: PRODOTTI IN VETRINA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6AEDF0-F172-A486-C600-34F2262B9912}"/>
              </a:ext>
            </a:extLst>
          </p:cNvPr>
          <p:cNvSpPr txBox="1"/>
          <p:nvPr/>
        </p:nvSpPr>
        <p:spPr>
          <a:xfrm>
            <a:off x="8250687" y="4099737"/>
            <a:ext cx="3400524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La dicitura "Premium" indica che un utente con account premium può usufruire di una consegna garantita per il giorno successivo alla data di acquisto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6CE3108-4DDE-B193-6AAA-9C83B0DB7AB1}"/>
              </a:ext>
            </a:extLst>
          </p:cNvPr>
          <p:cNvCxnSpPr>
            <a:cxnSpLocks/>
            <a:stCxn id="2" idx="1"/>
            <a:endCxn id="20" idx="3"/>
          </p:cNvCxnSpPr>
          <p:nvPr/>
        </p:nvCxnSpPr>
        <p:spPr>
          <a:xfrm flipH="1">
            <a:off x="7062788" y="4838401"/>
            <a:ext cx="1187899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43D7D5DB-B2C0-0CE3-6F61-90DE02D0F2D7}"/>
              </a:ext>
            </a:extLst>
          </p:cNvPr>
          <p:cNvSpPr/>
          <p:nvPr/>
        </p:nvSpPr>
        <p:spPr>
          <a:xfrm>
            <a:off x="6634163" y="4776102"/>
            <a:ext cx="428625" cy="124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3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HOME: RICERCA PRODOTTI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78" y="947493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3687" y="1423852"/>
            <a:ext cx="2204395" cy="4531256"/>
          </a:xfrm>
          <a:prstGeom prst="rect">
            <a:avLst/>
          </a:prstGeom>
        </p:spPr>
      </p:pic>
      <p:pic>
        <p:nvPicPr>
          <p:cNvPr id="5" name="Immagine 4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CA887263-C42B-1744-007B-EDEAE87B8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248" y="1551213"/>
            <a:ext cx="856869" cy="528403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2441B60B-2C69-BDD6-88F4-041E04F1CBEC}"/>
              </a:ext>
            </a:extLst>
          </p:cNvPr>
          <p:cNvSpPr/>
          <p:nvPr/>
        </p:nvSpPr>
        <p:spPr>
          <a:xfrm>
            <a:off x="2650331" y="1597819"/>
            <a:ext cx="452438" cy="421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646778BE-D01C-87BA-1336-F53E1C06B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298" y="947493"/>
            <a:ext cx="2754015" cy="54839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9C13239-B717-696B-FAE1-7BEDFD7DB3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8287" y="1450603"/>
            <a:ext cx="2178370" cy="4477760"/>
          </a:xfrm>
          <a:prstGeom prst="rect">
            <a:avLst/>
          </a:prstGeom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0C3F9A32-571B-88DA-972A-FDE0E4996470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5082893" y="3689482"/>
            <a:ext cx="1751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67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RICERCA: CERCARE UN PRODOTTO CON DETERMINATE CARATTERISTICHE</a:t>
            </a:r>
          </a:p>
        </p:txBody>
      </p:sp>
      <p:pic>
        <p:nvPicPr>
          <p:cNvPr id="6" name="Immagine 5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389093CE-95B2-FB2D-D38A-B4C258EC6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0" y="1155723"/>
            <a:ext cx="2754015" cy="5483977"/>
          </a:xfrm>
          <a:prstGeom prst="rect">
            <a:avLst/>
          </a:prstGeom>
        </p:spPr>
      </p:pic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778" y="1155723"/>
            <a:ext cx="2754015" cy="5483977"/>
          </a:xfrm>
          <a:prstGeom prst="rect">
            <a:avLst/>
          </a:prstGeom>
        </p:spPr>
      </p:pic>
      <p:pic>
        <p:nvPicPr>
          <p:cNvPr id="12" name="Immagine 11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0081B3A4-5CB4-13C4-8285-9E1C181CB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11" y="1155726"/>
            <a:ext cx="2754015" cy="548397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427A303-ABA1-EAA4-A1CE-C7CE408FD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3619" y="1658833"/>
            <a:ext cx="2178370" cy="447776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AD2BDF2-34B2-410B-4865-D8FEC9BE2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0333" y="1672067"/>
            <a:ext cx="2178369" cy="447776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5ABA927-7DAE-407B-8D4A-8FB8DEEBC1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0600" y="1672067"/>
            <a:ext cx="2178369" cy="447776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00AF0726-676F-FDDE-CBAE-1799322DA87B}"/>
              </a:ext>
            </a:extLst>
          </p:cNvPr>
          <p:cNvSpPr/>
          <p:nvPr/>
        </p:nvSpPr>
        <p:spPr>
          <a:xfrm>
            <a:off x="5156764" y="2263366"/>
            <a:ext cx="1850618" cy="262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E84BA6-725E-5674-FACC-EA6A7252F00F}"/>
              </a:ext>
            </a:extLst>
          </p:cNvPr>
          <p:cNvSpPr txBox="1"/>
          <p:nvPr/>
        </p:nvSpPr>
        <p:spPr>
          <a:xfrm>
            <a:off x="5063905" y="822420"/>
            <a:ext cx="206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Filtro per categoria</a:t>
            </a:r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66B5A56-BB26-6320-0A17-99397700B749}"/>
              </a:ext>
            </a:extLst>
          </p:cNvPr>
          <p:cNvSpPr txBox="1"/>
          <p:nvPr/>
        </p:nvSpPr>
        <p:spPr>
          <a:xfrm>
            <a:off x="8888355" y="859899"/>
            <a:ext cx="275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Filtro per fascia di prezzo</a:t>
            </a:r>
            <a:endParaRPr lang="en-US"/>
          </a:p>
        </p:txBody>
      </p:sp>
      <p:pic>
        <p:nvPicPr>
          <p:cNvPr id="10" name="Immagine 9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F1B5803C-A75E-3670-68E1-59075CC844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97" y="2130439"/>
            <a:ext cx="856869" cy="528403"/>
          </a:xfrm>
          <a:prstGeom prst="rect">
            <a:avLst/>
          </a:prstGeom>
        </p:spPr>
      </p:pic>
      <p:pic>
        <p:nvPicPr>
          <p:cNvPr id="11" name="Immagine 10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83A59ACD-9A99-6989-26C6-12A75EABE2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328" y="2453489"/>
            <a:ext cx="856869" cy="5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24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RICERCA: CERCARE UN PRODOTTO CON DETERMINATE CARATTERISTICHE</a:t>
            </a:r>
          </a:p>
        </p:txBody>
      </p:sp>
      <p:pic>
        <p:nvPicPr>
          <p:cNvPr id="6" name="Immagine 5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389093CE-95B2-FB2D-D38A-B4C258EC6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606" y="1128562"/>
            <a:ext cx="2754015" cy="5483977"/>
          </a:xfrm>
          <a:prstGeom prst="rect">
            <a:avLst/>
          </a:prstGeom>
        </p:spPr>
      </p:pic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754" y="1128562"/>
            <a:ext cx="2754015" cy="548397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427A303-ABA1-EAA4-A1CE-C7CE408FD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1595" y="1631673"/>
            <a:ext cx="2178369" cy="4477758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5ABA927-7DAE-407B-8D4A-8FB8DEEBC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8576" y="1644907"/>
            <a:ext cx="2178369" cy="447775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E84BA6-725E-5674-FACC-EA6A7252F00F}"/>
              </a:ext>
            </a:extLst>
          </p:cNvPr>
          <p:cNvSpPr txBox="1"/>
          <p:nvPr/>
        </p:nvSpPr>
        <p:spPr>
          <a:xfrm>
            <a:off x="6901316" y="832738"/>
            <a:ext cx="237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Combinazione di filtri</a:t>
            </a:r>
            <a:endParaRPr lang="en-US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463F307-3079-5CAC-B60B-46A2A82FA4B0}"/>
              </a:ext>
            </a:extLst>
          </p:cNvPr>
          <p:cNvSpPr txBox="1"/>
          <p:nvPr/>
        </p:nvSpPr>
        <p:spPr>
          <a:xfrm>
            <a:off x="2669760" y="832738"/>
            <a:ext cx="260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Filtro per nome prodotto</a:t>
            </a:r>
            <a:endParaRPr lang="en-US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148DF53-04B0-D19C-405C-9E3A54DCE1AE}"/>
              </a:ext>
            </a:extLst>
          </p:cNvPr>
          <p:cNvSpPr/>
          <p:nvPr/>
        </p:nvSpPr>
        <p:spPr>
          <a:xfrm>
            <a:off x="3243553" y="1819747"/>
            <a:ext cx="1772067" cy="325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FB4ED4F-6467-986C-B966-8A584ECBAD63}"/>
              </a:ext>
            </a:extLst>
          </p:cNvPr>
          <p:cNvSpPr/>
          <p:nvPr/>
        </p:nvSpPr>
        <p:spPr>
          <a:xfrm>
            <a:off x="7404879" y="1846907"/>
            <a:ext cx="1739122" cy="2987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9F597318-F055-65E0-C5C9-EE00062D03F3}"/>
              </a:ext>
            </a:extLst>
          </p:cNvPr>
          <p:cNvSpPr/>
          <p:nvPr/>
        </p:nvSpPr>
        <p:spPr>
          <a:xfrm>
            <a:off x="8500426" y="2278855"/>
            <a:ext cx="431643" cy="1643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2B63726D-4CDA-6420-2831-A93CB927C00E}"/>
              </a:ext>
            </a:extLst>
          </p:cNvPr>
          <p:cNvSpPr/>
          <p:nvPr/>
        </p:nvSpPr>
        <p:spPr>
          <a:xfrm>
            <a:off x="7189057" y="2486024"/>
            <a:ext cx="1987888" cy="2969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2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HOME: DETTAGLI DI UN PRODOTTO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21" y="884120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9330" y="1360478"/>
            <a:ext cx="2204395" cy="4531258"/>
          </a:xfrm>
          <a:prstGeom prst="rect">
            <a:avLst/>
          </a:prstGeom>
        </p:spPr>
      </p:pic>
      <p:pic>
        <p:nvPicPr>
          <p:cNvPr id="2" name="Immagine 1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36034305-4309-DDF6-E965-2A6C938EB1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053" y="3775295"/>
            <a:ext cx="856869" cy="528403"/>
          </a:xfrm>
          <a:prstGeom prst="rect">
            <a:avLst/>
          </a:prstGeom>
        </p:spPr>
      </p:pic>
      <p:pic>
        <p:nvPicPr>
          <p:cNvPr id="3" name="Immagine 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740B8B3B-DC45-7166-2FAE-5BEF06295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84120"/>
            <a:ext cx="2754015" cy="548397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5882FEF-B100-4D3C-DB60-BF6DA1FC7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0716" y="1360478"/>
            <a:ext cx="2233693" cy="4591480"/>
          </a:xfrm>
          <a:prstGeom prst="rect">
            <a:avLst/>
          </a:prstGeom>
        </p:spPr>
      </p:pic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13D9380-1878-2B7C-4B42-1BC0DA342E5D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>
            <a:off x="3498536" y="3626109"/>
            <a:ext cx="12204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Immagine 15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BFD0A28B-A727-4465-F55A-7E51A77C5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150" y="4024690"/>
            <a:ext cx="856869" cy="528403"/>
          </a:xfrm>
          <a:prstGeom prst="rect">
            <a:avLst/>
          </a:prstGeom>
        </p:spPr>
      </p:pic>
      <p:pic>
        <p:nvPicPr>
          <p:cNvPr id="18" name="Immagine 17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220D671D-B469-F4E8-8BBF-E97841A50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464" y="884120"/>
            <a:ext cx="2754015" cy="5483977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3289BE6A-F126-FC09-D1C2-29FEF6FF68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5188" y="1360478"/>
            <a:ext cx="2233692" cy="4591480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A120BC26-65ED-0E8D-5452-342A3F331504}"/>
              </a:ext>
            </a:extLst>
          </p:cNvPr>
          <p:cNvCxnSpPr>
            <a:cxnSpLocks/>
            <a:stCxn id="3" idx="3"/>
            <a:endCxn id="18" idx="1"/>
          </p:cNvCxnSpPr>
          <p:nvPr/>
        </p:nvCxnSpPr>
        <p:spPr>
          <a:xfrm>
            <a:off x="7473007" y="3626109"/>
            <a:ext cx="122045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400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CARRELLO: INCREMENTARE IL NUMERO DI PRODOTTI</a:t>
            </a:r>
          </a:p>
        </p:txBody>
      </p:sp>
      <p:pic>
        <p:nvPicPr>
          <p:cNvPr id="2" name="Immagine 1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5B482A4C-389D-6FD4-BC47-0333806A0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65801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4502B50-E0E7-C34F-5B54-9C672257D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7078" y="1342161"/>
            <a:ext cx="2204394" cy="4531256"/>
          </a:xfrm>
          <a:prstGeom prst="rect">
            <a:avLst/>
          </a:prstGeom>
        </p:spPr>
      </p:pic>
      <p:pic>
        <p:nvPicPr>
          <p:cNvPr id="7" name="Immagine 6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2BDA7F9D-84ED-8405-2A2A-5A1E45D60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57" y="2432959"/>
            <a:ext cx="689420" cy="425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9BA5A08-AA43-71F6-4E78-91853AC2CAF3}"/>
                  </a:ext>
                </a:extLst>
              </p:cNvPr>
              <p:cNvSpPr txBox="1"/>
              <p:nvPr/>
            </p:nvSpPr>
            <p:spPr>
              <a:xfrm>
                <a:off x="7916569" y="2241915"/>
                <a:ext cx="1303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/>
                  <a:t>Prezzo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/>
                  <a:t> 2</a:t>
                </a: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9BA5A08-AA43-71F6-4E78-91853AC2C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569" y="2241915"/>
                <a:ext cx="1303020" cy="369332"/>
              </a:xfrm>
              <a:prstGeom prst="rect">
                <a:avLst/>
              </a:prstGeom>
              <a:blipFill>
                <a:blip r:embed="rId5"/>
                <a:stretch>
                  <a:fillRect l="-4225" t="-8333" b="-28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103BFC57-D7AA-583E-7F45-A3D9F20C2A94}"/>
                  </a:ext>
                </a:extLst>
              </p:cNvPr>
              <p:cNvSpPr txBox="1"/>
              <p:nvPr/>
            </p:nvSpPr>
            <p:spPr>
              <a:xfrm>
                <a:off x="7916569" y="3077169"/>
                <a:ext cx="1303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/>
                  <a:t>Prezzo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/>
                  <a:t> 4</a:t>
                </a: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103BFC57-D7AA-583E-7F45-A3D9F20C2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569" y="3077169"/>
                <a:ext cx="1303020" cy="369332"/>
              </a:xfrm>
              <a:prstGeom prst="rect">
                <a:avLst/>
              </a:prstGeom>
              <a:blipFill>
                <a:blip r:embed="rId6"/>
                <a:stretch>
                  <a:fillRect l="-4225" t="-8333" b="-28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CC9E487A-F4D5-0D68-877D-DCC40BACA758}"/>
                  </a:ext>
                </a:extLst>
              </p:cNvPr>
              <p:cNvSpPr txBox="1"/>
              <p:nvPr/>
            </p:nvSpPr>
            <p:spPr>
              <a:xfrm>
                <a:off x="7916569" y="4035273"/>
                <a:ext cx="24444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/>
                  <a:t>Prezzo (scontato)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/>
                  <a:t> 3</a:t>
                </a: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CC9E487A-F4D5-0D68-877D-DCC40BACA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569" y="4035273"/>
                <a:ext cx="2444495" cy="369332"/>
              </a:xfrm>
              <a:prstGeom prst="rect">
                <a:avLst/>
              </a:prstGeom>
              <a:blipFill>
                <a:blip r:embed="rId7"/>
                <a:stretch>
                  <a:fillRect l="-2244" t="-8197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5BC667F-EBB8-BF00-870A-93387486DB2E}"/>
              </a:ext>
            </a:extLst>
          </p:cNvPr>
          <p:cNvCxnSpPr>
            <a:cxnSpLocks/>
            <a:stCxn id="14" idx="1"/>
            <a:endCxn id="12" idx="3"/>
          </p:cNvCxnSpPr>
          <p:nvPr/>
        </p:nvCxnSpPr>
        <p:spPr>
          <a:xfrm flipH="1">
            <a:off x="6265641" y="2426581"/>
            <a:ext cx="165092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45EC4475-BA28-6DC6-847F-A42DF704A32D}"/>
              </a:ext>
            </a:extLst>
          </p:cNvPr>
          <p:cNvCxnSpPr>
            <a:cxnSpLocks/>
            <a:stCxn id="15" idx="1"/>
            <a:endCxn id="23" idx="3"/>
          </p:cNvCxnSpPr>
          <p:nvPr/>
        </p:nvCxnSpPr>
        <p:spPr>
          <a:xfrm flipH="1">
            <a:off x="6213475" y="3261835"/>
            <a:ext cx="17030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A67AB339-2A39-7172-E40A-9BD46A7EF2CF}"/>
              </a:ext>
            </a:extLst>
          </p:cNvPr>
          <p:cNvCxnSpPr>
            <a:cxnSpLocks/>
            <a:stCxn id="16" idx="1"/>
            <a:endCxn id="26" idx="3"/>
          </p:cNvCxnSpPr>
          <p:nvPr/>
        </p:nvCxnSpPr>
        <p:spPr>
          <a:xfrm flipH="1">
            <a:off x="6213475" y="4219939"/>
            <a:ext cx="1703094" cy="26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0E8E228F-07C0-5691-84D5-0A994A36FB6A}"/>
              </a:ext>
            </a:extLst>
          </p:cNvPr>
          <p:cNvSpPr/>
          <p:nvPr/>
        </p:nvSpPr>
        <p:spPr>
          <a:xfrm>
            <a:off x="5844463" y="2353954"/>
            <a:ext cx="421178" cy="145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4DE195B2-234B-5B24-AB0D-69AF57825B73}"/>
              </a:ext>
            </a:extLst>
          </p:cNvPr>
          <p:cNvSpPr/>
          <p:nvPr/>
        </p:nvSpPr>
        <p:spPr>
          <a:xfrm>
            <a:off x="5844463" y="3189207"/>
            <a:ext cx="369012" cy="145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73328B72-7738-4C18-9A3A-D1FE106D0640}"/>
              </a:ext>
            </a:extLst>
          </p:cNvPr>
          <p:cNvSpPr/>
          <p:nvPr/>
        </p:nvSpPr>
        <p:spPr>
          <a:xfrm>
            <a:off x="5844463" y="4149999"/>
            <a:ext cx="369012" cy="145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5AD0DDE6-3854-06EC-B7BD-A75B4C299008}"/>
              </a:ext>
            </a:extLst>
          </p:cNvPr>
          <p:cNvSpPr/>
          <p:nvPr/>
        </p:nvSpPr>
        <p:spPr>
          <a:xfrm>
            <a:off x="6103143" y="3358115"/>
            <a:ext cx="161926" cy="159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FFD53ED1-C234-D4FA-7676-5F383AAD687B}"/>
              </a:ext>
            </a:extLst>
          </p:cNvPr>
          <p:cNvSpPr/>
          <p:nvPr/>
        </p:nvSpPr>
        <p:spPr>
          <a:xfrm>
            <a:off x="6103143" y="4325102"/>
            <a:ext cx="161926" cy="159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15ED4F09-1A7B-E86A-D05D-CCE675DBC968}"/>
              </a:ext>
            </a:extLst>
          </p:cNvPr>
          <p:cNvSpPr/>
          <p:nvPr/>
        </p:nvSpPr>
        <p:spPr>
          <a:xfrm>
            <a:off x="5089525" y="4739006"/>
            <a:ext cx="1069975" cy="21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79A1379E-E772-4EB5-735A-041D7674A4CF}"/>
              </a:ext>
            </a:extLst>
          </p:cNvPr>
          <p:cNvSpPr txBox="1"/>
          <p:nvPr/>
        </p:nvSpPr>
        <p:spPr>
          <a:xfrm>
            <a:off x="2287473" y="4663617"/>
            <a:ext cx="19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Somma dei prezzi</a:t>
            </a:r>
            <a:endParaRPr lang="en-US"/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7AE8449F-A94F-D324-49F7-0D15EE33A714}"/>
              </a:ext>
            </a:extLst>
          </p:cNvPr>
          <p:cNvCxnSpPr>
            <a:cxnSpLocks/>
            <a:stCxn id="48" idx="3"/>
            <a:endCxn id="47" idx="1"/>
          </p:cNvCxnSpPr>
          <p:nvPr/>
        </p:nvCxnSpPr>
        <p:spPr>
          <a:xfrm>
            <a:off x="4219617" y="4848283"/>
            <a:ext cx="8699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583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CARRELLO: ELIMINARE UN PRODOTTO DAL CARRELLO</a:t>
            </a:r>
          </a:p>
        </p:txBody>
      </p:sp>
      <p:pic>
        <p:nvPicPr>
          <p:cNvPr id="2" name="Immagine 1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5B482A4C-389D-6FD4-BC47-0333806A0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607" y="865801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4502B50-E0E7-C34F-5B54-9C672257D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29416" y="1370406"/>
            <a:ext cx="2204394" cy="45312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58297AE0-9F9A-BB5C-8330-4EB92D64D346}"/>
                  </a:ext>
                </a:extLst>
              </p14:cNvPr>
              <p14:cNvContentPartPr/>
              <p14:nvPr/>
            </p14:nvContentPartPr>
            <p14:xfrm>
              <a:off x="7932131" y="3948047"/>
              <a:ext cx="86760" cy="6516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58297AE0-9F9A-BB5C-8330-4EB92D64D3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3131" y="3939047"/>
                <a:ext cx="1044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E0DD0A08-A2CC-4749-BEE4-642ECE2A9564}"/>
                  </a:ext>
                </a:extLst>
              </p14:cNvPr>
              <p14:cNvContentPartPr/>
              <p14:nvPr/>
            </p14:nvContentPartPr>
            <p14:xfrm>
              <a:off x="7845011" y="3952007"/>
              <a:ext cx="209880" cy="89280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E0DD0A08-A2CC-4749-BEE4-642ECE2A95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36011" y="3943007"/>
                <a:ext cx="2275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512CC7F5-BAF3-C6AC-4174-88FF0045E8B0}"/>
                  </a:ext>
                </a:extLst>
              </p14:cNvPr>
              <p14:cNvContentPartPr/>
              <p14:nvPr/>
            </p14:nvContentPartPr>
            <p14:xfrm>
              <a:off x="7840691" y="3997727"/>
              <a:ext cx="19800" cy="23400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512CC7F5-BAF3-C6AC-4174-88FF0045E8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31691" y="3988727"/>
                <a:ext cx="3744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uppo 23">
            <a:extLst>
              <a:ext uri="{FF2B5EF4-FFF2-40B4-BE49-F238E27FC236}">
                <a16:creationId xmlns:a16="http://schemas.microsoft.com/office/drawing/2014/main" id="{8CC3DBD8-359B-F98A-97B7-734D5FAD3545}"/>
              </a:ext>
            </a:extLst>
          </p:cNvPr>
          <p:cNvGrpSpPr/>
          <p:nvPr/>
        </p:nvGrpSpPr>
        <p:grpSpPr>
          <a:xfrm>
            <a:off x="7774091" y="3964967"/>
            <a:ext cx="82080" cy="57960"/>
            <a:chOff x="8562630" y="4010235"/>
            <a:chExt cx="82080" cy="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put penna 20">
                  <a:extLst>
                    <a:ext uri="{FF2B5EF4-FFF2-40B4-BE49-F238E27FC236}">
                      <a16:creationId xmlns:a16="http://schemas.microsoft.com/office/drawing/2014/main" id="{E99C873B-7B79-8D2D-F156-8D8B7B82442C}"/>
                    </a:ext>
                  </a:extLst>
                </p14:cNvPr>
                <p14:cNvContentPartPr/>
                <p14:nvPr/>
              </p14:nvContentPartPr>
              <p14:xfrm>
                <a:off x="8628150" y="4010235"/>
                <a:ext cx="16560" cy="23400"/>
              </p14:xfrm>
            </p:contentPart>
          </mc:Choice>
          <mc:Fallback xmlns="">
            <p:pic>
              <p:nvPicPr>
                <p:cNvPr id="21" name="Input penna 20">
                  <a:extLst>
                    <a:ext uri="{FF2B5EF4-FFF2-40B4-BE49-F238E27FC236}">
                      <a16:creationId xmlns:a16="http://schemas.microsoft.com/office/drawing/2014/main" id="{E99C873B-7B79-8D2D-F156-8D8B7B8244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19150" y="4001235"/>
                  <a:ext cx="34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put penna 21">
                  <a:extLst>
                    <a:ext uri="{FF2B5EF4-FFF2-40B4-BE49-F238E27FC236}">
                      <a16:creationId xmlns:a16="http://schemas.microsoft.com/office/drawing/2014/main" id="{F386FE4F-A7AB-EBFD-A6D7-4574BB3F328B}"/>
                    </a:ext>
                  </a:extLst>
                </p14:cNvPr>
                <p14:cNvContentPartPr/>
                <p14:nvPr/>
              </p14:nvContentPartPr>
              <p14:xfrm>
                <a:off x="8562630" y="4013115"/>
                <a:ext cx="73440" cy="55080"/>
              </p14:xfrm>
            </p:contentPart>
          </mc:Choice>
          <mc:Fallback xmlns="">
            <p:pic>
              <p:nvPicPr>
                <p:cNvPr id="22" name="Input penna 21">
                  <a:extLst>
                    <a:ext uri="{FF2B5EF4-FFF2-40B4-BE49-F238E27FC236}">
                      <a16:creationId xmlns:a16="http://schemas.microsoft.com/office/drawing/2014/main" id="{F386FE4F-A7AB-EBFD-A6D7-4574BB3F32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53630" y="4004056"/>
                  <a:ext cx="91080" cy="72836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Immagine 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100B486D-9791-7A1C-A78E-758479AF2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378" y="865801"/>
            <a:ext cx="2754015" cy="548397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C0DB25F-C206-8857-746B-D1409BE55E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8187" y="1370406"/>
            <a:ext cx="2204394" cy="4531256"/>
          </a:xfrm>
          <a:prstGeom prst="rect">
            <a:avLst/>
          </a:prstGeom>
        </p:spPr>
      </p:pic>
      <p:pic>
        <p:nvPicPr>
          <p:cNvPr id="14" name="Immagine 13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C57B873E-5F35-1B7C-54A7-938D3A1A8B6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238" y="3257971"/>
            <a:ext cx="856869" cy="528403"/>
          </a:xfrm>
          <a:prstGeom prst="rect">
            <a:avLst/>
          </a:prstGeom>
        </p:spPr>
      </p:pic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CD47B90-B555-E3B6-03C6-C9D0B10C1E61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>
            <a:off x="5537393" y="3607790"/>
            <a:ext cx="11172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tangolo 12">
            <a:extLst>
              <a:ext uri="{FF2B5EF4-FFF2-40B4-BE49-F238E27FC236}">
                <a16:creationId xmlns:a16="http://schemas.microsoft.com/office/drawing/2014/main" id="{F6BD7316-F425-FC85-4B88-15D28EB32293}"/>
              </a:ext>
            </a:extLst>
          </p:cNvPr>
          <p:cNvSpPr/>
          <p:nvPr/>
        </p:nvSpPr>
        <p:spPr>
          <a:xfrm>
            <a:off x="4305746" y="2524125"/>
            <a:ext cx="196404" cy="243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17DCA83-09D1-4D77-16F2-C9B899FB50C7}"/>
              </a:ext>
            </a:extLst>
          </p:cNvPr>
          <p:cNvSpPr/>
          <p:nvPr/>
        </p:nvSpPr>
        <p:spPr>
          <a:xfrm>
            <a:off x="4305746" y="4327525"/>
            <a:ext cx="196404" cy="243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84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CARRELLO: DECREMENTARE IL NUMERO DI PRODOTTI</a:t>
            </a:r>
          </a:p>
        </p:txBody>
      </p:sp>
      <p:pic>
        <p:nvPicPr>
          <p:cNvPr id="2" name="Immagine 1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5B482A4C-389D-6FD4-BC47-0333806A0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722" y="858162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4502B50-E0E7-C34F-5B54-9C672257D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6531" y="1362767"/>
            <a:ext cx="2204394" cy="45312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58297AE0-9F9A-BB5C-8330-4EB92D64D346}"/>
                  </a:ext>
                </a:extLst>
              </p14:cNvPr>
              <p14:cNvContentPartPr/>
              <p14:nvPr/>
            </p14:nvContentPartPr>
            <p14:xfrm>
              <a:off x="4009246" y="3940408"/>
              <a:ext cx="86760" cy="6516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58297AE0-9F9A-BB5C-8330-4EB92D64D3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0246" y="3931408"/>
                <a:ext cx="1044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E0DD0A08-A2CC-4749-BEE4-642ECE2A9564}"/>
                  </a:ext>
                </a:extLst>
              </p14:cNvPr>
              <p14:cNvContentPartPr/>
              <p14:nvPr/>
            </p14:nvContentPartPr>
            <p14:xfrm>
              <a:off x="3922126" y="3944368"/>
              <a:ext cx="209880" cy="89280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E0DD0A08-A2CC-4749-BEE4-642ECE2A95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13126" y="3935368"/>
                <a:ext cx="2275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512CC7F5-BAF3-C6AC-4174-88FF0045E8B0}"/>
                  </a:ext>
                </a:extLst>
              </p14:cNvPr>
              <p14:cNvContentPartPr/>
              <p14:nvPr/>
            </p14:nvContentPartPr>
            <p14:xfrm>
              <a:off x="3917806" y="3990088"/>
              <a:ext cx="19800" cy="23400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512CC7F5-BAF3-C6AC-4174-88FF0045E8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08806" y="3981088"/>
                <a:ext cx="3744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uppo 23">
            <a:extLst>
              <a:ext uri="{FF2B5EF4-FFF2-40B4-BE49-F238E27FC236}">
                <a16:creationId xmlns:a16="http://schemas.microsoft.com/office/drawing/2014/main" id="{8CC3DBD8-359B-F98A-97B7-734D5FAD3545}"/>
              </a:ext>
            </a:extLst>
          </p:cNvPr>
          <p:cNvGrpSpPr/>
          <p:nvPr/>
        </p:nvGrpSpPr>
        <p:grpSpPr>
          <a:xfrm>
            <a:off x="3851206" y="3957328"/>
            <a:ext cx="82080" cy="57960"/>
            <a:chOff x="8562630" y="4010235"/>
            <a:chExt cx="82080" cy="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put penna 20">
                  <a:extLst>
                    <a:ext uri="{FF2B5EF4-FFF2-40B4-BE49-F238E27FC236}">
                      <a16:creationId xmlns:a16="http://schemas.microsoft.com/office/drawing/2014/main" id="{E99C873B-7B79-8D2D-F156-8D8B7B82442C}"/>
                    </a:ext>
                  </a:extLst>
                </p14:cNvPr>
                <p14:cNvContentPartPr/>
                <p14:nvPr/>
              </p14:nvContentPartPr>
              <p14:xfrm>
                <a:off x="8628150" y="4010235"/>
                <a:ext cx="16560" cy="23400"/>
              </p14:xfrm>
            </p:contentPart>
          </mc:Choice>
          <mc:Fallback xmlns="">
            <p:pic>
              <p:nvPicPr>
                <p:cNvPr id="21" name="Input penna 20">
                  <a:extLst>
                    <a:ext uri="{FF2B5EF4-FFF2-40B4-BE49-F238E27FC236}">
                      <a16:creationId xmlns:a16="http://schemas.microsoft.com/office/drawing/2014/main" id="{E99C873B-7B79-8D2D-F156-8D8B7B8244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19150" y="4001235"/>
                  <a:ext cx="34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put penna 21">
                  <a:extLst>
                    <a:ext uri="{FF2B5EF4-FFF2-40B4-BE49-F238E27FC236}">
                      <a16:creationId xmlns:a16="http://schemas.microsoft.com/office/drawing/2014/main" id="{F386FE4F-A7AB-EBFD-A6D7-4574BB3F328B}"/>
                    </a:ext>
                  </a:extLst>
                </p14:cNvPr>
                <p14:cNvContentPartPr/>
                <p14:nvPr/>
              </p14:nvContentPartPr>
              <p14:xfrm>
                <a:off x="8562630" y="4013115"/>
                <a:ext cx="73440" cy="55080"/>
              </p14:xfrm>
            </p:contentPart>
          </mc:Choice>
          <mc:Fallback xmlns="">
            <p:pic>
              <p:nvPicPr>
                <p:cNvPr id="22" name="Input penna 21">
                  <a:extLst>
                    <a:ext uri="{FF2B5EF4-FFF2-40B4-BE49-F238E27FC236}">
                      <a16:creationId xmlns:a16="http://schemas.microsoft.com/office/drawing/2014/main" id="{F386FE4F-A7AB-EBFD-A6D7-4574BB3F32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53630" y="4004056"/>
                  <a:ext cx="91080" cy="72836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Immagine 12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027FDBB4-16B8-0E7B-2793-A0924FB645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901" y="2415422"/>
            <a:ext cx="856869" cy="528403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4C094BC5-B3BE-6479-0710-E8C12D0E2D7A}"/>
              </a:ext>
            </a:extLst>
          </p:cNvPr>
          <p:cNvSpPr/>
          <p:nvPr/>
        </p:nvSpPr>
        <p:spPr>
          <a:xfrm>
            <a:off x="3820940" y="3499806"/>
            <a:ext cx="164307" cy="173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Immagine 27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3AFFD2EC-2E3C-D975-E084-0E0E10AF8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265" y="858162"/>
            <a:ext cx="2754015" cy="5483977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A6571C32-056A-42E1-B6F9-428C3670890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81074" y="1362768"/>
            <a:ext cx="2204394" cy="45312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put penna 31">
                <a:extLst>
                  <a:ext uri="{FF2B5EF4-FFF2-40B4-BE49-F238E27FC236}">
                    <a16:creationId xmlns:a16="http://schemas.microsoft.com/office/drawing/2014/main" id="{A648E4B0-BFBE-0C47-7EEB-5EB7DCB2DE3B}"/>
                  </a:ext>
                </a:extLst>
              </p14:cNvPr>
              <p14:cNvContentPartPr/>
              <p14:nvPr/>
            </p14:nvContentPartPr>
            <p14:xfrm>
              <a:off x="7983789" y="3940408"/>
              <a:ext cx="86760" cy="65160"/>
            </p14:xfrm>
          </p:contentPart>
        </mc:Choice>
        <mc:Fallback xmlns="">
          <p:pic>
            <p:nvPicPr>
              <p:cNvPr id="32" name="Input penna 31">
                <a:extLst>
                  <a:ext uri="{FF2B5EF4-FFF2-40B4-BE49-F238E27FC236}">
                    <a16:creationId xmlns:a16="http://schemas.microsoft.com/office/drawing/2014/main" id="{A648E4B0-BFBE-0C47-7EEB-5EB7DCB2DE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74789" y="3931408"/>
                <a:ext cx="1044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Input penna 32">
                <a:extLst>
                  <a:ext uri="{FF2B5EF4-FFF2-40B4-BE49-F238E27FC236}">
                    <a16:creationId xmlns:a16="http://schemas.microsoft.com/office/drawing/2014/main" id="{A9A13CCD-BF95-285B-F7F3-9B0F71F99AAB}"/>
                  </a:ext>
                </a:extLst>
              </p14:cNvPr>
              <p14:cNvContentPartPr/>
              <p14:nvPr/>
            </p14:nvContentPartPr>
            <p14:xfrm>
              <a:off x="7896669" y="3944368"/>
              <a:ext cx="209880" cy="89280"/>
            </p14:xfrm>
          </p:contentPart>
        </mc:Choice>
        <mc:Fallback xmlns="">
          <p:pic>
            <p:nvPicPr>
              <p:cNvPr id="33" name="Input penna 32">
                <a:extLst>
                  <a:ext uri="{FF2B5EF4-FFF2-40B4-BE49-F238E27FC236}">
                    <a16:creationId xmlns:a16="http://schemas.microsoft.com/office/drawing/2014/main" id="{A9A13CCD-BF95-285B-F7F3-9B0F71F99A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87669" y="3935368"/>
                <a:ext cx="2275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" name="Input penna 33">
                <a:extLst>
                  <a:ext uri="{FF2B5EF4-FFF2-40B4-BE49-F238E27FC236}">
                    <a16:creationId xmlns:a16="http://schemas.microsoft.com/office/drawing/2014/main" id="{979B6A9C-54CC-D129-3AEA-1CAFA1F64F0C}"/>
                  </a:ext>
                </a:extLst>
              </p14:cNvPr>
              <p14:cNvContentPartPr/>
              <p14:nvPr/>
            </p14:nvContentPartPr>
            <p14:xfrm>
              <a:off x="7892349" y="3990088"/>
              <a:ext cx="19800" cy="23400"/>
            </p14:xfrm>
          </p:contentPart>
        </mc:Choice>
        <mc:Fallback xmlns="">
          <p:pic>
            <p:nvPicPr>
              <p:cNvPr id="34" name="Input penna 33">
                <a:extLst>
                  <a:ext uri="{FF2B5EF4-FFF2-40B4-BE49-F238E27FC236}">
                    <a16:creationId xmlns:a16="http://schemas.microsoft.com/office/drawing/2014/main" id="{979B6A9C-54CC-D129-3AEA-1CAFA1F64F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83349" y="3981088"/>
                <a:ext cx="3744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uppo 34">
            <a:extLst>
              <a:ext uri="{FF2B5EF4-FFF2-40B4-BE49-F238E27FC236}">
                <a16:creationId xmlns:a16="http://schemas.microsoft.com/office/drawing/2014/main" id="{09F480A4-35AB-43D2-E1AA-CD9CB6BE84E3}"/>
              </a:ext>
            </a:extLst>
          </p:cNvPr>
          <p:cNvGrpSpPr/>
          <p:nvPr/>
        </p:nvGrpSpPr>
        <p:grpSpPr>
          <a:xfrm>
            <a:off x="7825749" y="3957328"/>
            <a:ext cx="82080" cy="57960"/>
            <a:chOff x="8562630" y="4010235"/>
            <a:chExt cx="82080" cy="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6" name="Input penna 35">
                  <a:extLst>
                    <a:ext uri="{FF2B5EF4-FFF2-40B4-BE49-F238E27FC236}">
                      <a16:creationId xmlns:a16="http://schemas.microsoft.com/office/drawing/2014/main" id="{7DD5E57E-5293-8DB6-42F9-F72AF216F9FF}"/>
                    </a:ext>
                  </a:extLst>
                </p14:cNvPr>
                <p14:cNvContentPartPr/>
                <p14:nvPr/>
              </p14:nvContentPartPr>
              <p14:xfrm>
                <a:off x="8628150" y="4010235"/>
                <a:ext cx="16560" cy="23400"/>
              </p14:xfrm>
            </p:contentPart>
          </mc:Choice>
          <mc:Fallback xmlns="">
            <p:pic>
              <p:nvPicPr>
                <p:cNvPr id="36" name="Input penna 35">
                  <a:extLst>
                    <a:ext uri="{FF2B5EF4-FFF2-40B4-BE49-F238E27FC236}">
                      <a16:creationId xmlns:a16="http://schemas.microsoft.com/office/drawing/2014/main" id="{7DD5E57E-5293-8DB6-42F9-F72AF216F9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19150" y="4001235"/>
                  <a:ext cx="34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7" name="Input penna 36">
                  <a:extLst>
                    <a:ext uri="{FF2B5EF4-FFF2-40B4-BE49-F238E27FC236}">
                      <a16:creationId xmlns:a16="http://schemas.microsoft.com/office/drawing/2014/main" id="{8BB61772-E000-4244-A647-9F5F80FE6C64}"/>
                    </a:ext>
                  </a:extLst>
                </p14:cNvPr>
                <p14:cNvContentPartPr/>
                <p14:nvPr/>
              </p14:nvContentPartPr>
              <p14:xfrm>
                <a:off x="8562630" y="4013115"/>
                <a:ext cx="73440" cy="55080"/>
              </p14:xfrm>
            </p:contentPart>
          </mc:Choice>
          <mc:Fallback xmlns="">
            <p:pic>
              <p:nvPicPr>
                <p:cNvPr id="37" name="Input penna 36">
                  <a:extLst>
                    <a:ext uri="{FF2B5EF4-FFF2-40B4-BE49-F238E27FC236}">
                      <a16:creationId xmlns:a16="http://schemas.microsoft.com/office/drawing/2014/main" id="{8BB61772-E000-4244-A647-9F5F80FE6C6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53630" y="4004056"/>
                  <a:ext cx="91080" cy="72836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4B7EB141-370B-F4C6-1588-C57576CDBB76}"/>
              </a:ext>
            </a:extLst>
          </p:cNvPr>
          <p:cNvCxnSpPr>
            <a:cxnSpLocks/>
            <a:stCxn id="2" idx="3"/>
            <a:endCxn id="28" idx="1"/>
          </p:cNvCxnSpPr>
          <p:nvPr/>
        </p:nvCxnSpPr>
        <p:spPr>
          <a:xfrm>
            <a:off x="5485737" y="3600151"/>
            <a:ext cx="12205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magine 2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DE7A2C32-5C72-A5C7-CAE4-0D899EC20B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493" y="2470009"/>
            <a:ext cx="856869" cy="5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96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PROFILO: PANORAMICA 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775" y="866007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6584" y="1342366"/>
            <a:ext cx="2204395" cy="453125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1B0CD38-83A3-E5C0-6E02-1FE06A11DF88}"/>
              </a:ext>
            </a:extLst>
          </p:cNvPr>
          <p:cNvSpPr txBox="1"/>
          <p:nvPr/>
        </p:nvSpPr>
        <p:spPr>
          <a:xfrm>
            <a:off x="5010509" y="2625727"/>
            <a:ext cx="1969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ScrollView + ConstraintLayout</a:t>
            </a:r>
            <a:endParaRPr lang="en-US" dirty="0"/>
          </a:p>
        </p:txBody>
      </p:sp>
      <p:pic>
        <p:nvPicPr>
          <p:cNvPr id="5" name="Immagine 4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74BC97D3-A854-7F47-9E42-BF7FBB8D8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406" y="866005"/>
            <a:ext cx="2754015" cy="548397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22AD1C9-B9D8-3CE5-D498-C3CCD2D5C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5215" y="1342364"/>
            <a:ext cx="2204394" cy="4531256"/>
          </a:xfrm>
          <a:prstGeom prst="rect">
            <a:avLst/>
          </a:prstGeom>
        </p:spPr>
      </p:pic>
      <p:pic>
        <p:nvPicPr>
          <p:cNvPr id="7" name="Immagine 6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2E95104D-C692-2A5B-31FF-E7963A7B8A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635" y="5092738"/>
            <a:ext cx="856869" cy="528403"/>
          </a:xfrm>
          <a:prstGeom prst="rect">
            <a:avLst/>
          </a:prstGeom>
        </p:spPr>
      </p:pic>
      <p:sp>
        <p:nvSpPr>
          <p:cNvPr id="3" name="Freccia destra con strisce 2">
            <a:extLst>
              <a:ext uri="{FF2B5EF4-FFF2-40B4-BE49-F238E27FC236}">
                <a16:creationId xmlns:a16="http://schemas.microsoft.com/office/drawing/2014/main" id="{810CA6DD-C9EC-2343-8CC1-DC7BACAC830C}"/>
              </a:ext>
            </a:extLst>
          </p:cNvPr>
          <p:cNvSpPr/>
          <p:nvPr/>
        </p:nvSpPr>
        <p:spPr>
          <a:xfrm rot="5400000">
            <a:off x="8877848" y="3481244"/>
            <a:ext cx="910024" cy="253497"/>
          </a:xfrm>
          <a:prstGeom prst="strip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6B0B7291-A990-0DFA-03B4-515120EC3F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547" y="3890478"/>
            <a:ext cx="856869" cy="5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52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B93DD80-C330-BBEA-CD2C-1A5C4785A972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PROFILO: PANORAMICA </a:t>
            </a:r>
          </a:p>
        </p:txBody>
      </p:sp>
      <p:pic>
        <p:nvPicPr>
          <p:cNvPr id="8" name="Immagine 7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62792996-D294-5824-18B5-9630CC00F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352" y="894585"/>
            <a:ext cx="2754015" cy="548397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00F5AA0-F925-285F-0C28-B23CEBE8E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42161" y="1370944"/>
            <a:ext cx="2204395" cy="4531256"/>
          </a:xfrm>
          <a:prstGeom prst="rect">
            <a:avLst/>
          </a:prstGeom>
        </p:spPr>
      </p:pic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DF03404-21B4-3EAF-B9FE-3118B4667C4C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6210300" y="1752599"/>
            <a:ext cx="12858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0378B22-8CDF-B7CB-C200-B4775BAA7FDB}"/>
              </a:ext>
            </a:extLst>
          </p:cNvPr>
          <p:cNvSpPr txBox="1"/>
          <p:nvPr/>
        </p:nvSpPr>
        <p:spPr>
          <a:xfrm>
            <a:off x="7496176" y="1567933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Nome utente</a:t>
            </a:r>
            <a:endParaRPr lang="en-US"/>
          </a:p>
        </p:txBody>
      </p:sp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38078152-CAE4-2D22-F4DB-9137A0369875}"/>
              </a:ext>
            </a:extLst>
          </p:cNvPr>
          <p:cNvCxnSpPr>
            <a:cxnSpLocks/>
          </p:cNvCxnSpPr>
          <p:nvPr/>
        </p:nvCxnSpPr>
        <p:spPr>
          <a:xfrm>
            <a:off x="3512020" y="1937265"/>
            <a:ext cx="13038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38382B1-B1B3-3660-8F6A-7EEB5774342B}"/>
              </a:ext>
            </a:extLst>
          </p:cNvPr>
          <p:cNvSpPr txBox="1"/>
          <p:nvPr/>
        </p:nvSpPr>
        <p:spPr>
          <a:xfrm>
            <a:off x="1157693" y="1567933"/>
            <a:ext cx="2357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Tipo utente</a:t>
            </a:r>
          </a:p>
          <a:p>
            <a:pPr algn="ctr"/>
            <a:r>
              <a:rPr lang="it-IT"/>
              <a:t>(Standard, Premium)</a:t>
            </a:r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64789A9-17FC-9C5B-BA9F-B31873E147C7}"/>
              </a:ext>
            </a:extLst>
          </p:cNvPr>
          <p:cNvSpPr txBox="1"/>
          <p:nvPr/>
        </p:nvSpPr>
        <p:spPr>
          <a:xfrm>
            <a:off x="7447584" y="2729001"/>
            <a:ext cx="3654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Dati utente (Nome utente, e-mail)</a:t>
            </a:r>
            <a:endParaRPr lang="en-US"/>
          </a:p>
        </p:txBody>
      </p:sp>
      <p:sp>
        <p:nvSpPr>
          <p:cNvPr id="24" name="Parentesi graffa chiusa 23">
            <a:extLst>
              <a:ext uri="{FF2B5EF4-FFF2-40B4-BE49-F238E27FC236}">
                <a16:creationId xmlns:a16="http://schemas.microsoft.com/office/drawing/2014/main" id="{39BF7726-8446-9B55-06BC-2EC38255C27F}"/>
              </a:ext>
            </a:extLst>
          </p:cNvPr>
          <p:cNvSpPr/>
          <p:nvPr/>
        </p:nvSpPr>
        <p:spPr>
          <a:xfrm>
            <a:off x="6865620" y="2682359"/>
            <a:ext cx="533400" cy="47417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rentesi graffa chiusa 24">
            <a:extLst>
              <a:ext uri="{FF2B5EF4-FFF2-40B4-BE49-F238E27FC236}">
                <a16:creationId xmlns:a16="http://schemas.microsoft.com/office/drawing/2014/main" id="{BB9D4420-AA9F-0676-1A01-04CECE57ED44}"/>
              </a:ext>
            </a:extLst>
          </p:cNvPr>
          <p:cNvSpPr/>
          <p:nvPr/>
        </p:nvSpPr>
        <p:spPr>
          <a:xfrm>
            <a:off x="6865620" y="4091947"/>
            <a:ext cx="533400" cy="47417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6C2F963-EBDA-FA9A-D837-0CEBBE0E86D5}"/>
              </a:ext>
            </a:extLst>
          </p:cNvPr>
          <p:cNvSpPr txBox="1"/>
          <p:nvPr/>
        </p:nvSpPr>
        <p:spPr>
          <a:xfrm>
            <a:off x="7399020" y="4005869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Dati di fatturazione </a:t>
            </a:r>
          </a:p>
          <a:p>
            <a:pPr algn="ctr"/>
            <a:r>
              <a:rPr lang="it-IT"/>
              <a:t>(Città, Via, Numero civico)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56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B93DD80-C330-BBEA-CD2C-1A5C4785A972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PROFILO: PANORAMICA</a:t>
            </a:r>
          </a:p>
        </p:txBody>
      </p:sp>
      <p:pic>
        <p:nvPicPr>
          <p:cNvPr id="8" name="Immagine 7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62792996-D294-5824-18B5-9630CC00F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352" y="894585"/>
            <a:ext cx="2754015" cy="548397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00F5AA0-F925-285F-0C28-B23CEBE8E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42161" y="1370944"/>
            <a:ext cx="2204394" cy="4531256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1C652147-CDE9-8E50-8B2B-5AFDCE4D6A7D}"/>
              </a:ext>
            </a:extLst>
          </p:cNvPr>
          <p:cNvSpPr/>
          <p:nvPr/>
        </p:nvSpPr>
        <p:spPr>
          <a:xfrm>
            <a:off x="6010275" y="4371975"/>
            <a:ext cx="571500" cy="369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F89AA9EB-1F5C-8BF5-458F-1AD689206213}"/>
              </a:ext>
            </a:extLst>
          </p:cNvPr>
          <p:cNvSpPr/>
          <p:nvPr/>
        </p:nvSpPr>
        <p:spPr>
          <a:xfrm>
            <a:off x="6010275" y="4816358"/>
            <a:ext cx="571500" cy="401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476D736-7297-ED3E-42CB-C60F9EF80DED}"/>
              </a:ext>
            </a:extLst>
          </p:cNvPr>
          <p:cNvSpPr/>
          <p:nvPr/>
        </p:nvSpPr>
        <p:spPr>
          <a:xfrm>
            <a:off x="5110163" y="4371975"/>
            <a:ext cx="571500" cy="369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CFF398F8-22B4-9FBC-98D9-0BD5F5988E49}"/>
              </a:ext>
            </a:extLst>
          </p:cNvPr>
          <p:cNvSpPr/>
          <p:nvPr/>
        </p:nvSpPr>
        <p:spPr>
          <a:xfrm>
            <a:off x="5110163" y="4816357"/>
            <a:ext cx="571500" cy="401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arentesi graffa chiusa 1">
            <a:extLst>
              <a:ext uri="{FF2B5EF4-FFF2-40B4-BE49-F238E27FC236}">
                <a16:creationId xmlns:a16="http://schemas.microsoft.com/office/drawing/2014/main" id="{EAEFA1D8-09F1-5691-B877-94817EC72952}"/>
              </a:ext>
            </a:extLst>
          </p:cNvPr>
          <p:cNvSpPr/>
          <p:nvPr/>
        </p:nvSpPr>
        <p:spPr>
          <a:xfrm>
            <a:off x="6817261" y="3399483"/>
            <a:ext cx="533400" cy="47417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27B24E4-4C34-51CC-1365-A67826AD2DF5}"/>
              </a:ext>
            </a:extLst>
          </p:cNvPr>
          <p:cNvSpPr txBox="1"/>
          <p:nvPr/>
        </p:nvSpPr>
        <p:spPr>
          <a:xfrm>
            <a:off x="7350661" y="3313403"/>
            <a:ext cx="3468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Dati carta</a:t>
            </a:r>
          </a:p>
          <a:p>
            <a:pPr algn="ctr"/>
            <a:r>
              <a:rPr lang="it-IT"/>
              <a:t>(Numero, Data scadenza, CVC)</a:t>
            </a:r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6633EB6-2B63-B1BA-DCEB-2781E78A23C6}"/>
              </a:ext>
            </a:extLst>
          </p:cNvPr>
          <p:cNvSpPr txBox="1"/>
          <p:nvPr/>
        </p:nvSpPr>
        <p:spPr>
          <a:xfrm>
            <a:off x="7350661" y="1975969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Dati di fatturazione </a:t>
            </a:r>
          </a:p>
          <a:p>
            <a:pPr algn="ctr"/>
            <a:r>
              <a:rPr lang="it-IT"/>
              <a:t>(Città, Via, Numero civico)</a:t>
            </a:r>
            <a:endParaRPr lang="en-US"/>
          </a:p>
        </p:txBody>
      </p:sp>
      <p:sp>
        <p:nvSpPr>
          <p:cNvPr id="5" name="Parentesi graffa chiusa 4">
            <a:extLst>
              <a:ext uri="{FF2B5EF4-FFF2-40B4-BE49-F238E27FC236}">
                <a16:creationId xmlns:a16="http://schemas.microsoft.com/office/drawing/2014/main" id="{541DC18B-54C6-06AF-1F7D-25894A73E98A}"/>
              </a:ext>
            </a:extLst>
          </p:cNvPr>
          <p:cNvSpPr/>
          <p:nvPr/>
        </p:nvSpPr>
        <p:spPr>
          <a:xfrm>
            <a:off x="6817261" y="2062047"/>
            <a:ext cx="533400" cy="47417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20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631" y="847897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8441" y="1324257"/>
            <a:ext cx="2204394" cy="4531256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PROFILO: MODIFICA DEI DATI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EA7FE28-CD14-5606-DB57-58987344F001}"/>
              </a:ext>
            </a:extLst>
          </p:cNvPr>
          <p:cNvSpPr txBox="1"/>
          <p:nvPr/>
        </p:nvSpPr>
        <p:spPr>
          <a:xfrm>
            <a:off x="9629666" y="2444463"/>
            <a:ext cx="25443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/>
              <a:t>Per effettuare un acquisto di qualsiasi tipo è necessario compilare i campi relativi ai dati di fatturazione.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437A575-CFAC-43AF-FEB9-948A830ED53B}"/>
              </a:ext>
            </a:extLst>
          </p:cNvPr>
          <p:cNvSpPr txBox="1"/>
          <p:nvPr/>
        </p:nvSpPr>
        <p:spPr>
          <a:xfrm>
            <a:off x="9647645" y="4024266"/>
            <a:ext cx="25083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/>
              <a:t>Per gli acquisti con carta è necessario compilare i campi relativi alla carta.</a:t>
            </a:r>
            <a:endParaRPr lang="en-US" sz="1600"/>
          </a:p>
        </p:txBody>
      </p:sp>
      <p:pic>
        <p:nvPicPr>
          <p:cNvPr id="14" name="Immagine 13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CA67BA3-9501-4F81-76A4-AC718F22A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354" y="847897"/>
            <a:ext cx="2754015" cy="5483977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273B7C34-1A78-6E98-7536-E4BD85CC2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9164" y="1324258"/>
            <a:ext cx="2204394" cy="4531254"/>
          </a:xfrm>
          <a:prstGeom prst="rect">
            <a:avLst/>
          </a:prstGeom>
        </p:spPr>
      </p:pic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F938A945-B5FD-9891-9948-D82C905DC460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>
            <a:off x="5298369" y="3589886"/>
            <a:ext cx="15952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Immagine 18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C2675916-C66A-1449-BEB3-0B1CB8498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387" y="1909228"/>
            <a:ext cx="856869" cy="528403"/>
          </a:xfrm>
          <a:prstGeom prst="rect">
            <a:avLst/>
          </a:prstGeom>
        </p:spPr>
      </p:pic>
      <p:pic>
        <p:nvPicPr>
          <p:cNvPr id="20" name="Immagine 19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7B0F9500-ECBC-0CF6-F499-290DCF57C1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387" y="3325683"/>
            <a:ext cx="856869" cy="528403"/>
          </a:xfrm>
          <a:prstGeom prst="rect">
            <a:avLst/>
          </a:prstGeom>
        </p:spPr>
      </p:pic>
      <p:pic>
        <p:nvPicPr>
          <p:cNvPr id="21" name="Immagine 20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4F9EE124-B106-EB85-662D-C6AD881A27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375" y="4721304"/>
            <a:ext cx="856869" cy="5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26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631" y="847897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8441" y="1324258"/>
            <a:ext cx="2204394" cy="4531254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PROFILO: MODIFICA DEI DATI</a:t>
            </a:r>
          </a:p>
        </p:txBody>
      </p:sp>
      <p:pic>
        <p:nvPicPr>
          <p:cNvPr id="14" name="Immagine 13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CA67BA3-9501-4F81-76A4-AC718F22A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354" y="847897"/>
            <a:ext cx="2754015" cy="5483977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273B7C34-1A78-6E98-7536-E4BD85CC2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9164" y="1324258"/>
            <a:ext cx="2204393" cy="4531254"/>
          </a:xfrm>
          <a:prstGeom prst="rect">
            <a:avLst/>
          </a:prstGeom>
        </p:spPr>
      </p:pic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F938A945-B5FD-9891-9948-D82C905DC460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>
            <a:off x="5298369" y="3589886"/>
            <a:ext cx="15952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68B99044-1666-AAB5-21A7-AE24FFBEE4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637" y="1905676"/>
            <a:ext cx="856869" cy="5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10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B93DD80-C330-BBEA-CD2C-1A5C4785A972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CONTATTI ACTIVITY / FAQ FRAGMENT</a:t>
            </a:r>
          </a:p>
        </p:txBody>
      </p:sp>
      <p:pic>
        <p:nvPicPr>
          <p:cNvPr id="8" name="Immagine 7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62792996-D294-5824-18B5-9630CC00F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30" y="912692"/>
            <a:ext cx="2754015" cy="548397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00F5AA0-F925-285F-0C28-B23CEBE8E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9539" y="1389051"/>
            <a:ext cx="2204394" cy="4531256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1C652147-CDE9-8E50-8B2B-5AFDCE4D6A7D}"/>
              </a:ext>
            </a:extLst>
          </p:cNvPr>
          <p:cNvSpPr/>
          <p:nvPr/>
        </p:nvSpPr>
        <p:spPr>
          <a:xfrm>
            <a:off x="2687653" y="4390082"/>
            <a:ext cx="571500" cy="369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A6EF2621-56AF-2016-989F-29E86043E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155" y="4362712"/>
            <a:ext cx="856869" cy="528403"/>
          </a:xfrm>
          <a:prstGeom prst="rect">
            <a:avLst/>
          </a:prstGeom>
        </p:spPr>
      </p:pic>
      <p:pic>
        <p:nvPicPr>
          <p:cNvPr id="3" name="Immagine 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D4E55289-F8C7-832B-7DAD-829668FF7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912692"/>
            <a:ext cx="2754015" cy="548397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2D969AB-5C19-6B77-C74A-E7A0959CC3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3801" y="1389052"/>
            <a:ext cx="2204394" cy="4531254"/>
          </a:xfrm>
          <a:prstGeom prst="rect">
            <a:avLst/>
          </a:prstGeom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FC76130D-7FB5-5DAE-8054-498AC3495868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>
            <a:off x="3898745" y="3654681"/>
            <a:ext cx="8202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magine 4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DD80942E-BA9E-56CD-0F4D-772D540D0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255" y="912692"/>
            <a:ext cx="2754015" cy="548397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8196F7D-56FD-1EB7-0B19-8F36BB80A6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68064" y="1389052"/>
            <a:ext cx="2204393" cy="4531254"/>
          </a:xfrm>
          <a:prstGeom prst="rect">
            <a:avLst/>
          </a:prstGeom>
        </p:spPr>
      </p:pic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87F746FE-EE55-EB00-1A68-F907289D31E8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7473007" y="3654681"/>
            <a:ext cx="8202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magine 14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BB4A4362-2AA5-15B0-84AD-426F0DA80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026" y="2351336"/>
            <a:ext cx="574080" cy="354016"/>
          </a:xfrm>
          <a:prstGeom prst="rect">
            <a:avLst/>
          </a:prstGeom>
        </p:spPr>
      </p:pic>
      <p:pic>
        <p:nvPicPr>
          <p:cNvPr id="17" name="Immagine 16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C3B980BE-8274-B726-342E-27D3BEE5E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918" y="2827696"/>
            <a:ext cx="574080" cy="354016"/>
          </a:xfrm>
          <a:prstGeom prst="rect">
            <a:avLst/>
          </a:prstGeom>
        </p:spPr>
      </p:pic>
      <p:pic>
        <p:nvPicPr>
          <p:cNvPr id="18" name="Immagine 17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1158C780-B1EC-80DA-E172-460B6B793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018" y="3429000"/>
            <a:ext cx="574080" cy="35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66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B93DD80-C330-BBEA-CD2C-1A5C4785A972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INVIA FRAGMENT: ASSISTENZA</a:t>
            </a:r>
          </a:p>
        </p:txBody>
      </p:sp>
      <p:pic>
        <p:nvPicPr>
          <p:cNvPr id="3" name="Immagine 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D4E55289-F8C7-832B-7DAD-829668FF7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705" y="855877"/>
            <a:ext cx="2754015" cy="548397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2D969AB-5C19-6B77-C74A-E7A0959CC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3514" y="1332237"/>
            <a:ext cx="2204393" cy="4531254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7055A133-6D69-88EC-8616-9679FAF9C4F5}"/>
              </a:ext>
            </a:extLst>
          </p:cNvPr>
          <p:cNvSpPr/>
          <p:nvPr/>
        </p:nvSpPr>
        <p:spPr>
          <a:xfrm>
            <a:off x="3799604" y="5215329"/>
            <a:ext cx="763341" cy="3949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8B04487F-E96D-8C40-3C83-BAA5E22D1E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98" y="5215329"/>
            <a:ext cx="871054" cy="537150"/>
          </a:xfrm>
          <a:prstGeom prst="rect">
            <a:avLst/>
          </a:prstGeom>
        </p:spPr>
      </p:pic>
      <p:pic>
        <p:nvPicPr>
          <p:cNvPr id="2" name="Immagine 1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0CA7AC44-A070-A592-FFEF-4B1BE82CA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282" y="855875"/>
            <a:ext cx="2754015" cy="54839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BABDF85-D5A9-39E7-7007-30C0A263D8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4091" y="1332236"/>
            <a:ext cx="2204393" cy="4531252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B0CE59E4-2567-42DA-430F-9842ACACC3A5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 flipV="1">
            <a:off x="5562720" y="3597864"/>
            <a:ext cx="1066562" cy="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285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B93DD80-C330-BBEA-CD2C-1A5C4785A972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PROFILO: LOGOUT </a:t>
            </a:r>
          </a:p>
        </p:txBody>
      </p:sp>
      <p:pic>
        <p:nvPicPr>
          <p:cNvPr id="8" name="Immagine 7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62792996-D294-5824-18B5-9630CC00F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009" y="894585"/>
            <a:ext cx="2754015" cy="548397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00F5AA0-F925-285F-0C28-B23CEBE8E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818" y="1370944"/>
            <a:ext cx="2204394" cy="4531256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1C652147-CDE9-8E50-8B2B-5AFDCE4D6A7D}"/>
              </a:ext>
            </a:extLst>
          </p:cNvPr>
          <p:cNvSpPr/>
          <p:nvPr/>
        </p:nvSpPr>
        <p:spPr>
          <a:xfrm>
            <a:off x="3157819" y="4368729"/>
            <a:ext cx="571500" cy="369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A6EF2621-56AF-2016-989F-29E86043E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028" y="4333894"/>
            <a:ext cx="856869" cy="528403"/>
          </a:xfrm>
          <a:prstGeom prst="rect">
            <a:avLst/>
          </a:prstGeom>
        </p:spPr>
      </p:pic>
      <p:pic>
        <p:nvPicPr>
          <p:cNvPr id="3" name="Immagine 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2ABE6A77-F97C-07B1-E7C6-FC46F2606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977" y="894585"/>
            <a:ext cx="2754015" cy="548397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0D30374C-FA0F-51B9-E5D6-C6A59CF660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04360" y="1384458"/>
            <a:ext cx="2191247" cy="4504229"/>
          </a:xfrm>
          <a:prstGeom prst="rect">
            <a:avLst/>
          </a:prstGeom>
        </p:spPr>
      </p:pic>
      <p:cxnSp>
        <p:nvCxnSpPr>
          <p:cNvPr id="10" name="Connettore curvo 9">
            <a:extLst>
              <a:ext uri="{FF2B5EF4-FFF2-40B4-BE49-F238E27FC236}">
                <a16:creationId xmlns:a16="http://schemas.microsoft.com/office/drawing/2014/main" id="{864FA435-E015-B1B9-2B6C-6348F7B38AFE}"/>
              </a:ext>
            </a:extLst>
          </p:cNvPr>
          <p:cNvCxnSpPr>
            <a:cxnSpLocks/>
            <a:stCxn id="2" idx="0"/>
            <a:endCxn id="12" idx="1"/>
          </p:cNvCxnSpPr>
          <p:nvPr/>
        </p:nvCxnSpPr>
        <p:spPr>
          <a:xfrm rot="5400000" flipH="1" flipV="1">
            <a:off x="4837019" y="2323572"/>
            <a:ext cx="671767" cy="3348879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F6D5FC01-88AA-0DBB-D451-74200CD164A0}"/>
              </a:ext>
            </a:extLst>
          </p:cNvPr>
          <p:cNvSpPr/>
          <p:nvPr/>
        </p:nvSpPr>
        <p:spPr>
          <a:xfrm>
            <a:off x="6847342" y="805758"/>
            <a:ext cx="2984722" cy="57127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50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B93DD80-C330-BBEA-CD2C-1A5C4785A972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PROFILO: ELIMINAZIONE DELL'ACCOUNT </a:t>
            </a:r>
          </a:p>
        </p:txBody>
      </p:sp>
      <p:pic>
        <p:nvPicPr>
          <p:cNvPr id="8" name="Immagine 7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62792996-D294-5824-18B5-9630CC00F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580" y="894582"/>
            <a:ext cx="2754015" cy="548397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00F5AA0-F925-285F-0C28-B23CEBE8E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7389" y="1370941"/>
            <a:ext cx="2204394" cy="4531256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1C652147-CDE9-8E50-8B2B-5AFDCE4D6A7D}"/>
              </a:ext>
            </a:extLst>
          </p:cNvPr>
          <p:cNvSpPr/>
          <p:nvPr/>
        </p:nvSpPr>
        <p:spPr>
          <a:xfrm>
            <a:off x="2175390" y="4821399"/>
            <a:ext cx="571500" cy="369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A6EF2621-56AF-2016-989F-29E86043E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378" y="4782741"/>
            <a:ext cx="856869" cy="528403"/>
          </a:xfrm>
          <a:prstGeom prst="rect">
            <a:avLst/>
          </a:prstGeom>
        </p:spPr>
      </p:pic>
      <p:pic>
        <p:nvPicPr>
          <p:cNvPr id="3" name="Immagine 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2ABE6A77-F97C-07B1-E7C6-FC46F2606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790" y="894582"/>
            <a:ext cx="2754015" cy="548397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0D30374C-FA0F-51B9-E5D6-C6A59CF660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68173" y="1417355"/>
            <a:ext cx="2191247" cy="4504229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F6D5FC01-88AA-0DBB-D451-74200CD164A0}"/>
              </a:ext>
            </a:extLst>
          </p:cNvPr>
          <p:cNvSpPr/>
          <p:nvPr/>
        </p:nvSpPr>
        <p:spPr>
          <a:xfrm>
            <a:off x="8089396" y="804048"/>
            <a:ext cx="2984722" cy="57127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57122D7-7317-8586-A4E2-C40DDA584E3A}"/>
              </a:ext>
            </a:extLst>
          </p:cNvPr>
          <p:cNvSpPr txBox="1"/>
          <p:nvPr/>
        </p:nvSpPr>
        <p:spPr>
          <a:xfrm>
            <a:off x="5694" y="3036407"/>
            <a:ext cx="1720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L'account dell'utente viene eliminato dal database</a:t>
            </a:r>
            <a:endParaRPr lang="en-US"/>
          </a:p>
        </p:txBody>
      </p:sp>
      <p:pic>
        <p:nvPicPr>
          <p:cNvPr id="14" name="Immagine 13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6748C99C-DA78-047C-AA02-BED78C579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988" y="894582"/>
            <a:ext cx="2754015" cy="5483977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0F476019-4421-83B8-64FD-51E8F899F7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2370" y="1403842"/>
            <a:ext cx="2222829" cy="4531254"/>
          </a:xfrm>
          <a:prstGeom prst="rect">
            <a:avLst/>
          </a:prstGeom>
        </p:spPr>
      </p:pic>
      <p:pic>
        <p:nvPicPr>
          <p:cNvPr id="18" name="Immagine 17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CF336DF7-8A5C-DBA8-4852-5FD6828DB0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294" y="3795914"/>
            <a:ext cx="856869" cy="528403"/>
          </a:xfrm>
          <a:prstGeom prst="rect">
            <a:avLst/>
          </a:prstGeom>
        </p:spPr>
      </p:pic>
      <p:cxnSp>
        <p:nvCxnSpPr>
          <p:cNvPr id="10" name="Connettore curvo 9">
            <a:extLst>
              <a:ext uri="{FF2B5EF4-FFF2-40B4-BE49-F238E27FC236}">
                <a16:creationId xmlns:a16="http://schemas.microsoft.com/office/drawing/2014/main" id="{864FA435-E015-B1B9-2B6C-6348F7B38AFE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44423" y="3660417"/>
            <a:ext cx="1244973" cy="34121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DC81BA29-00B4-12B6-4771-09ADDB061618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4286595" y="3636571"/>
            <a:ext cx="52439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D57C6D6F-F1B3-9166-DEDD-6077F50D8FC9}"/>
                  </a:ext>
                </a:extLst>
              </p14:cNvPr>
              <p14:cNvContentPartPr/>
              <p14:nvPr/>
            </p14:nvContentPartPr>
            <p14:xfrm>
              <a:off x="5828220" y="2460720"/>
              <a:ext cx="250200" cy="55080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D57C6D6F-F1B3-9166-DEDD-6077F50D8F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19220" y="2451720"/>
                <a:ext cx="267840" cy="7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uppo 25">
            <a:extLst>
              <a:ext uri="{FF2B5EF4-FFF2-40B4-BE49-F238E27FC236}">
                <a16:creationId xmlns:a16="http://schemas.microsoft.com/office/drawing/2014/main" id="{E1163B29-1820-3EA4-2FA9-30C5EAA3CA21}"/>
              </a:ext>
            </a:extLst>
          </p:cNvPr>
          <p:cNvGrpSpPr/>
          <p:nvPr/>
        </p:nvGrpSpPr>
        <p:grpSpPr>
          <a:xfrm>
            <a:off x="5317073" y="2419613"/>
            <a:ext cx="786960" cy="105480"/>
            <a:chOff x="5317073" y="2419613"/>
            <a:chExt cx="78696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4" name="Input penna 23">
                  <a:extLst>
                    <a:ext uri="{FF2B5EF4-FFF2-40B4-BE49-F238E27FC236}">
                      <a16:creationId xmlns:a16="http://schemas.microsoft.com/office/drawing/2014/main" id="{2DBFB786-2471-E8CA-92C9-FCB7665B4569}"/>
                    </a:ext>
                  </a:extLst>
                </p14:cNvPr>
                <p14:cNvContentPartPr/>
                <p14:nvPr/>
              </p14:nvContentPartPr>
              <p14:xfrm>
                <a:off x="5317073" y="2419613"/>
                <a:ext cx="784080" cy="105480"/>
              </p14:xfrm>
            </p:contentPart>
          </mc:Choice>
          <mc:Fallback xmlns="">
            <p:pic>
              <p:nvPicPr>
                <p:cNvPr id="24" name="Input penna 23">
                  <a:extLst>
                    <a:ext uri="{FF2B5EF4-FFF2-40B4-BE49-F238E27FC236}">
                      <a16:creationId xmlns:a16="http://schemas.microsoft.com/office/drawing/2014/main" id="{2DBFB786-2471-E8CA-92C9-FCB7665B45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08077" y="2410613"/>
                  <a:ext cx="801712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" name="Input penna 24">
                  <a:extLst>
                    <a:ext uri="{FF2B5EF4-FFF2-40B4-BE49-F238E27FC236}">
                      <a16:creationId xmlns:a16="http://schemas.microsoft.com/office/drawing/2014/main" id="{3B2EFA68-5E0A-D431-1260-06FFF8ADB7C9}"/>
                    </a:ext>
                  </a:extLst>
                </p14:cNvPr>
                <p14:cNvContentPartPr/>
                <p14:nvPr/>
              </p14:nvContentPartPr>
              <p14:xfrm>
                <a:off x="6001433" y="2442923"/>
                <a:ext cx="102600" cy="16920"/>
              </p14:xfrm>
            </p:contentPart>
          </mc:Choice>
          <mc:Fallback xmlns="">
            <p:pic>
              <p:nvPicPr>
                <p:cNvPr id="25" name="Input penna 24">
                  <a:extLst>
                    <a:ext uri="{FF2B5EF4-FFF2-40B4-BE49-F238E27FC236}">
                      <a16:creationId xmlns:a16="http://schemas.microsoft.com/office/drawing/2014/main" id="{3B2EFA68-5E0A-D431-1260-06FFF8ADB7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92464" y="2433923"/>
                  <a:ext cx="120178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Input penna 26">
                <a:extLst>
                  <a:ext uri="{FF2B5EF4-FFF2-40B4-BE49-F238E27FC236}">
                    <a16:creationId xmlns:a16="http://schemas.microsoft.com/office/drawing/2014/main" id="{EA0ABADA-CAF7-53E4-C37C-1794FED61DBF}"/>
                  </a:ext>
                </a:extLst>
              </p14:cNvPr>
              <p14:cNvContentPartPr/>
              <p14:nvPr/>
            </p14:nvContentPartPr>
            <p14:xfrm>
              <a:off x="6739433" y="2419883"/>
              <a:ext cx="165960" cy="89280"/>
            </p14:xfrm>
          </p:contentPart>
        </mc:Choice>
        <mc:Fallback xmlns="">
          <p:pic>
            <p:nvPicPr>
              <p:cNvPr id="27" name="Input penna 26">
                <a:extLst>
                  <a:ext uri="{FF2B5EF4-FFF2-40B4-BE49-F238E27FC236}">
                    <a16:creationId xmlns:a16="http://schemas.microsoft.com/office/drawing/2014/main" id="{EA0ABADA-CAF7-53E4-C37C-1794FED61DB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30433" y="2410883"/>
                <a:ext cx="1836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put penna 27">
                <a:extLst>
                  <a:ext uri="{FF2B5EF4-FFF2-40B4-BE49-F238E27FC236}">
                    <a16:creationId xmlns:a16="http://schemas.microsoft.com/office/drawing/2014/main" id="{27BFCBF4-9B51-2ED3-0BAC-A37E15D9E11C}"/>
                  </a:ext>
                </a:extLst>
              </p14:cNvPr>
              <p14:cNvContentPartPr/>
              <p14:nvPr/>
            </p14:nvContentPartPr>
            <p14:xfrm>
              <a:off x="5261273" y="2146013"/>
              <a:ext cx="492480" cy="101160"/>
            </p14:xfrm>
          </p:contentPart>
        </mc:Choice>
        <mc:Fallback xmlns="">
          <p:pic>
            <p:nvPicPr>
              <p:cNvPr id="28" name="Input penna 27">
                <a:extLst>
                  <a:ext uri="{FF2B5EF4-FFF2-40B4-BE49-F238E27FC236}">
                    <a16:creationId xmlns:a16="http://schemas.microsoft.com/office/drawing/2014/main" id="{27BFCBF4-9B51-2ED3-0BAC-A37E15D9E1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52273" y="2136981"/>
                <a:ext cx="510120" cy="1188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6377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B93DD80-C330-BBEA-CD2C-1A5C4785A972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PROFILO: PASSAGGIO AD ACCOUNT PREMIUM </a:t>
            </a:r>
          </a:p>
        </p:txBody>
      </p:sp>
      <p:pic>
        <p:nvPicPr>
          <p:cNvPr id="8" name="Immagine 7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62792996-D294-5824-18B5-9630CC00F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65" y="921745"/>
            <a:ext cx="2754015" cy="548397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00F5AA0-F925-285F-0C28-B23CEBE8E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0774" y="1398104"/>
            <a:ext cx="2204394" cy="4531256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1C652147-CDE9-8E50-8B2B-5AFDCE4D6A7D}"/>
              </a:ext>
            </a:extLst>
          </p:cNvPr>
          <p:cNvSpPr/>
          <p:nvPr/>
        </p:nvSpPr>
        <p:spPr>
          <a:xfrm>
            <a:off x="2388888" y="4848326"/>
            <a:ext cx="571500" cy="369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A6EF2621-56AF-2016-989F-29E86043E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90" y="4810460"/>
            <a:ext cx="856869" cy="528403"/>
          </a:xfrm>
          <a:prstGeom prst="rect">
            <a:avLst/>
          </a:prstGeom>
        </p:spPr>
      </p:pic>
      <p:pic>
        <p:nvPicPr>
          <p:cNvPr id="3" name="Immagine 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5BD42632-7461-6779-7FE3-64AEC2781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4" y="921745"/>
            <a:ext cx="2754015" cy="548397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2FA970AF-2779-C856-F58E-D71BB603C8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4283" y="1398104"/>
            <a:ext cx="2204394" cy="4553115"/>
          </a:xfrm>
          <a:prstGeom prst="rect">
            <a:avLst/>
          </a:prstGeom>
        </p:spPr>
      </p:pic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C0F0B119-6C69-5674-1F28-B1659534868E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>
            <a:off x="3599980" y="3663734"/>
            <a:ext cx="11190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magine 1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E76224E6-E91E-AFC1-FC0F-3F77392B2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23" y="921747"/>
            <a:ext cx="2754015" cy="548397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F3CF410B-0285-4523-9C04-D7B099CBAD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66832" y="1398107"/>
            <a:ext cx="2204393" cy="4531254"/>
          </a:xfrm>
          <a:prstGeom prst="rect">
            <a:avLst/>
          </a:prstGeom>
        </p:spPr>
      </p:pic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823D705E-B2ED-80AA-68E7-4433B0C44C04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>
            <a:off x="7473009" y="3663734"/>
            <a:ext cx="1119014" cy="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mmagine 19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9C837738-3DA8-A392-41C8-4455C8B99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717" y="3284151"/>
            <a:ext cx="682751" cy="421031"/>
          </a:xfrm>
          <a:prstGeom prst="rect">
            <a:avLst/>
          </a:prstGeom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ED5DEBC6-A4B8-B4D8-E971-2603D17CD323}"/>
              </a:ext>
            </a:extLst>
          </p:cNvPr>
          <p:cNvSpPr/>
          <p:nvPr/>
        </p:nvSpPr>
        <p:spPr>
          <a:xfrm>
            <a:off x="8920161" y="1887183"/>
            <a:ext cx="1962151" cy="284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86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HOME: PRODOTTI IN VETRINA (UTENTE PREMIUM)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66012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3801" y="1342371"/>
            <a:ext cx="2204395" cy="4531256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0223328A-9627-C440-489F-481F50B3EAF5}"/>
              </a:ext>
            </a:extLst>
          </p:cNvPr>
          <p:cNvSpPr/>
          <p:nvPr/>
        </p:nvSpPr>
        <p:spPr>
          <a:xfrm>
            <a:off x="5833214" y="4611934"/>
            <a:ext cx="582826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9D0E89A-F107-395F-48F3-0CDE6EA7B987}"/>
              </a:ext>
            </a:extLst>
          </p:cNvPr>
          <p:cNvSpPr/>
          <p:nvPr/>
        </p:nvSpPr>
        <p:spPr>
          <a:xfrm>
            <a:off x="6637020" y="4781479"/>
            <a:ext cx="418623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80452D8A-5D0E-2DB4-6573-679155AEF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627" y="5109224"/>
            <a:ext cx="856869" cy="5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55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CARRELLO: ACQUISTO DI UN PRODOTTO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80" y="893172"/>
            <a:ext cx="2754015" cy="548397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5ABA927-7DAE-407B-8D4A-8FB8DEEBC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9502" y="1409517"/>
            <a:ext cx="2178369" cy="4477758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4958183D-B82B-4C77-013E-66537CE2A024}"/>
              </a:ext>
            </a:extLst>
          </p:cNvPr>
          <p:cNvSpPr/>
          <p:nvPr/>
        </p:nvSpPr>
        <p:spPr>
          <a:xfrm>
            <a:off x="2314092" y="4684980"/>
            <a:ext cx="905358" cy="3452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magine 18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9E6BA82B-E925-DE23-33AD-975CC63D89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212" y="4651143"/>
            <a:ext cx="856869" cy="528403"/>
          </a:xfrm>
          <a:prstGeom prst="rect">
            <a:avLst/>
          </a:prstGeom>
        </p:spPr>
      </p:pic>
      <p:pic>
        <p:nvPicPr>
          <p:cNvPr id="7" name="Immagine 6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CC69D200-52CB-7923-38FD-FA340F10C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93172"/>
            <a:ext cx="2754015" cy="54839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27E8B2B-CE68-D71F-E7C1-F70C395E30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3801" y="1409517"/>
            <a:ext cx="2239917" cy="4531256"/>
          </a:xfrm>
          <a:prstGeom prst="rect">
            <a:avLst/>
          </a:prstGeom>
        </p:spPr>
      </p:pic>
      <p:pic>
        <p:nvPicPr>
          <p:cNvPr id="25" name="Immagine 24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ED836779-9A6B-A636-46E1-510740CDA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305" y="893172"/>
            <a:ext cx="2754015" cy="5483977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93E14389-D55A-F6CF-C00B-D011AE9AC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276" y="1391410"/>
            <a:ext cx="2217849" cy="4558911"/>
          </a:xfrm>
          <a:prstGeom prst="rect">
            <a:avLst/>
          </a:prstGeom>
        </p:spPr>
      </p:pic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2380192E-B0E4-8459-FDC9-F93D3887268E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3525695" y="3635161"/>
            <a:ext cx="119329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5BD180D-3869-D1A2-81B9-B2D8323162C5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>
            <a:off x="7473007" y="3635161"/>
            <a:ext cx="11932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magine 2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BF4926AF-F14F-35FC-5261-922A42BCF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469" y="3255401"/>
            <a:ext cx="562727" cy="347015"/>
          </a:xfrm>
          <a:prstGeom prst="rect">
            <a:avLst/>
          </a:prstGeom>
        </p:spPr>
      </p:pic>
      <p:pic>
        <p:nvPicPr>
          <p:cNvPr id="5" name="Immagine 4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2E89921D-E3D9-0689-EC11-3522F702DE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491" y="3715619"/>
            <a:ext cx="562727" cy="34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21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ACQUISTI : PANORAMICA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815" y="920332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4624" y="1396691"/>
            <a:ext cx="2204394" cy="453125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B204E17-71C0-F743-498F-BDDEA2D8FAA3}"/>
              </a:ext>
            </a:extLst>
          </p:cNvPr>
          <p:cNvSpPr txBox="1"/>
          <p:nvPr/>
        </p:nvSpPr>
        <p:spPr>
          <a:xfrm>
            <a:off x="7894621" y="2462379"/>
            <a:ext cx="293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Quantità di unità acquistate</a:t>
            </a:r>
            <a:endParaRPr lang="en-US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1CF90A05-6E10-0CDD-A299-12990BEE12D7}"/>
              </a:ext>
            </a:extLst>
          </p:cNvPr>
          <p:cNvCxnSpPr>
            <a:cxnSpLocks/>
            <a:stCxn id="6" idx="1"/>
            <a:endCxn id="12" idx="3"/>
          </p:cNvCxnSpPr>
          <p:nvPr/>
        </p:nvCxnSpPr>
        <p:spPr>
          <a:xfrm flipH="1">
            <a:off x="6457951" y="2647045"/>
            <a:ext cx="1436670" cy="18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33BB5D69-7AAB-05AE-5B98-F9B57561D093}"/>
              </a:ext>
            </a:extLst>
          </p:cNvPr>
          <p:cNvSpPr/>
          <p:nvPr/>
        </p:nvSpPr>
        <p:spPr>
          <a:xfrm>
            <a:off x="5664199" y="2569141"/>
            <a:ext cx="793752" cy="159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6E5D20D-5BA0-0B6E-954E-FAEF45E8252B}"/>
              </a:ext>
            </a:extLst>
          </p:cNvPr>
          <p:cNvSpPr txBox="1"/>
          <p:nvPr/>
        </p:nvSpPr>
        <p:spPr>
          <a:xfrm>
            <a:off x="1901574" y="2970018"/>
            <a:ext cx="182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Data di acquisto</a:t>
            </a:r>
            <a:endParaRPr lang="en-US"/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06B78157-C67C-A5E9-C15B-867922B47A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3729432" y="2886294"/>
            <a:ext cx="1934765" cy="2683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AFE67865-C1C4-9379-B985-2180379AEF34}"/>
              </a:ext>
            </a:extLst>
          </p:cNvPr>
          <p:cNvSpPr/>
          <p:nvPr/>
        </p:nvSpPr>
        <p:spPr>
          <a:xfrm>
            <a:off x="5664198" y="2731293"/>
            <a:ext cx="1068561" cy="1550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04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ACQUISTI : RECENSIRE UN PRODOTTO ACQUISTATO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80" y="893172"/>
            <a:ext cx="2754015" cy="548397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5ABA927-7DAE-407B-8D4A-8FB8DEEBC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9502" y="1409517"/>
            <a:ext cx="2178368" cy="4477758"/>
          </a:xfrm>
          <a:prstGeom prst="rect">
            <a:avLst/>
          </a:prstGeom>
        </p:spPr>
      </p:pic>
      <p:pic>
        <p:nvPicPr>
          <p:cNvPr id="19" name="Immagine 18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9E6BA82B-E925-DE23-33AD-975CC63D89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479" y="2243910"/>
            <a:ext cx="856869" cy="528403"/>
          </a:xfrm>
          <a:prstGeom prst="rect">
            <a:avLst/>
          </a:prstGeom>
        </p:spPr>
      </p:pic>
      <p:pic>
        <p:nvPicPr>
          <p:cNvPr id="7" name="Immagine 6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CC69D200-52CB-7923-38FD-FA340F10C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93172"/>
            <a:ext cx="2754015" cy="54839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27E8B2B-CE68-D71F-E7C1-F70C395E30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5867" y="1401792"/>
            <a:ext cx="2213607" cy="4550192"/>
          </a:xfrm>
          <a:prstGeom prst="rect">
            <a:avLst/>
          </a:prstGeom>
        </p:spPr>
      </p:pic>
      <p:pic>
        <p:nvPicPr>
          <p:cNvPr id="25" name="Immagine 24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ED836779-9A6B-A636-46E1-510740CDA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305" y="893172"/>
            <a:ext cx="2754015" cy="5483977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93E14389-D55A-F6CF-C00B-D011AE9AC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3179" y="1400463"/>
            <a:ext cx="2217849" cy="4558913"/>
          </a:xfrm>
          <a:prstGeom prst="rect">
            <a:avLst/>
          </a:prstGeom>
        </p:spPr>
      </p:pic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2380192E-B0E4-8459-FDC9-F93D3887268E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3525695" y="3635161"/>
            <a:ext cx="119329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5BD180D-3869-D1A2-81B9-B2D8323162C5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>
            <a:off x="7473007" y="3635161"/>
            <a:ext cx="11932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DEFAB69B-0423-CE35-F57B-4B019D5261CF}"/>
              </a:ext>
            </a:extLst>
          </p:cNvPr>
          <p:cNvSpPr/>
          <p:nvPr/>
        </p:nvSpPr>
        <p:spPr>
          <a:xfrm>
            <a:off x="5057292" y="4884155"/>
            <a:ext cx="2122106" cy="882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9FFA0E34-FC8E-41D8-405D-9360D4584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621" y="5079829"/>
            <a:ext cx="758762" cy="467904"/>
          </a:xfrm>
          <a:prstGeom prst="rect">
            <a:avLst/>
          </a:prstGeom>
        </p:spPr>
      </p:pic>
      <p:pic>
        <p:nvPicPr>
          <p:cNvPr id="10" name="Immagine 9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3B86F705-D996-EEE4-B33E-CE615E68C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929" y="5419371"/>
            <a:ext cx="758762" cy="467904"/>
          </a:xfrm>
          <a:prstGeom prst="rect">
            <a:avLst/>
          </a:prstGeom>
        </p:spPr>
      </p:pic>
      <p:pic>
        <p:nvPicPr>
          <p:cNvPr id="11" name="Immagine 10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D4AC3378-F694-3640-1ABA-5188B3F9C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724" y="5456208"/>
            <a:ext cx="758762" cy="467904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48B967DE-69EB-36FB-6DBA-9318E2BD2355}"/>
              </a:ext>
            </a:extLst>
          </p:cNvPr>
          <p:cNvSpPr/>
          <p:nvPr/>
        </p:nvSpPr>
        <p:spPr>
          <a:xfrm>
            <a:off x="9022708" y="5205743"/>
            <a:ext cx="2094947" cy="6006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01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DETTAGLI_PRODOTTO ACTIVITY: MODIFICARE O ELIMINARE UNA RECENSIONE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80" y="893172"/>
            <a:ext cx="2754015" cy="548397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5ABA927-7DAE-407B-8D4A-8FB8DEEBC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8008" y="1303681"/>
            <a:ext cx="2247474" cy="4619807"/>
          </a:xfrm>
          <a:prstGeom prst="rect">
            <a:avLst/>
          </a:prstGeom>
        </p:spPr>
      </p:pic>
      <p:pic>
        <p:nvPicPr>
          <p:cNvPr id="7" name="Immagine 6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CC69D200-52CB-7923-38FD-FA340F10C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893172"/>
            <a:ext cx="2754015" cy="54839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27E8B2B-CE68-D71F-E7C1-F70C395E3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5865" y="1401793"/>
            <a:ext cx="2213608" cy="4550194"/>
          </a:xfrm>
          <a:prstGeom prst="rect">
            <a:avLst/>
          </a:prstGeom>
        </p:spPr>
      </p:pic>
      <p:pic>
        <p:nvPicPr>
          <p:cNvPr id="25" name="Immagine 24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ED836779-9A6B-A636-46E1-510740CDA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305" y="893172"/>
            <a:ext cx="2754015" cy="5483977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93E14389-D55A-F6CF-C00B-D011AE9AC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3179" y="1400464"/>
            <a:ext cx="2217849" cy="4558911"/>
          </a:xfrm>
          <a:prstGeom prst="rect">
            <a:avLst/>
          </a:prstGeom>
        </p:spPr>
      </p:pic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2380192E-B0E4-8459-FDC9-F93D3887268E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3525695" y="3635161"/>
            <a:ext cx="119329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5BD180D-3869-D1A2-81B9-B2D8323162C5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>
            <a:off x="7473007" y="3635161"/>
            <a:ext cx="11932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48B967DE-69EB-36FB-6DBA-9318E2BD2355}"/>
              </a:ext>
            </a:extLst>
          </p:cNvPr>
          <p:cNvSpPr/>
          <p:nvPr/>
        </p:nvSpPr>
        <p:spPr>
          <a:xfrm>
            <a:off x="9022708" y="5205743"/>
            <a:ext cx="2094947" cy="6006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1BEB549-C66A-1453-DCA5-081822AD2A16}"/>
              </a:ext>
            </a:extLst>
          </p:cNvPr>
          <p:cNvSpPr/>
          <p:nvPr/>
        </p:nvSpPr>
        <p:spPr>
          <a:xfrm>
            <a:off x="1074345" y="4605046"/>
            <a:ext cx="1249755" cy="6006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magine 13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05908181-E324-1870-F610-40673A71AC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357" y="4048800"/>
            <a:ext cx="758762" cy="467904"/>
          </a:xfrm>
          <a:prstGeom prst="rect">
            <a:avLst/>
          </a:prstGeom>
        </p:spPr>
      </p:pic>
      <p:pic>
        <p:nvPicPr>
          <p:cNvPr id="6" name="Immagine 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A04595F-AC6F-46A4-982C-07781E492C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40733">
            <a:off x="2018797" y="5320388"/>
            <a:ext cx="488455" cy="48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49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 ACQUISTI : EFFETTUARE UN RESO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60" y="938439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5669" y="1414798"/>
            <a:ext cx="2204394" cy="4531256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33BB5D69-7AAB-05AE-5B98-F9B57561D093}"/>
              </a:ext>
            </a:extLst>
          </p:cNvPr>
          <p:cNvSpPr/>
          <p:nvPr/>
        </p:nvSpPr>
        <p:spPr>
          <a:xfrm>
            <a:off x="2162545" y="2910531"/>
            <a:ext cx="825501" cy="314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8648A5E0-1DEE-73EC-7501-C1CB910D1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376" y="2908064"/>
            <a:ext cx="758762" cy="467904"/>
          </a:xfrm>
          <a:prstGeom prst="rect">
            <a:avLst/>
          </a:prstGeom>
        </p:spPr>
      </p:pic>
      <p:pic>
        <p:nvPicPr>
          <p:cNvPr id="3" name="Immagine 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256C2407-F1E6-AC99-C465-BFF4D25B2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92" y="938439"/>
            <a:ext cx="2754015" cy="548397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EA33FC7-E8C9-09AD-2977-DF0AE9CCBE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0961" y="1414798"/>
            <a:ext cx="2204394" cy="4544041"/>
          </a:xfrm>
          <a:prstGeom prst="rect">
            <a:avLst/>
          </a:prstGeom>
        </p:spPr>
      </p:pic>
      <p:pic>
        <p:nvPicPr>
          <p:cNvPr id="17" name="Immagine 16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4BE75CD3-F225-85B5-B2C9-2C38F98EFD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980" y="3603672"/>
            <a:ext cx="527890" cy="325533"/>
          </a:xfrm>
          <a:prstGeom prst="rect">
            <a:avLst/>
          </a:prstGeom>
        </p:spPr>
      </p:pic>
      <p:pic>
        <p:nvPicPr>
          <p:cNvPr id="18" name="Immagine 17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F694B7CE-5993-200F-D52A-14F890DD0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234" y="4122029"/>
            <a:ext cx="823962" cy="508111"/>
          </a:xfrm>
          <a:prstGeom prst="rect">
            <a:avLst/>
          </a:prstGeom>
        </p:spPr>
      </p:pic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78224227-B9C7-40C8-DEAE-DEE0170BAB75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>
            <a:off x="3784875" y="3680428"/>
            <a:ext cx="9341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Immagine 6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BD0D4598-57F0-4589-620B-BFBBE8F6F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342" y="938439"/>
            <a:ext cx="2754015" cy="54839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C932F2D-7833-E3F8-A0FC-499D921FCC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7151" y="1414799"/>
            <a:ext cx="2204394" cy="4531254"/>
          </a:xfrm>
          <a:prstGeom prst="rect">
            <a:avLst/>
          </a:prstGeom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633CE0E3-F888-F745-E188-863374F0136F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7473007" y="3680428"/>
            <a:ext cx="92933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601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28772AB-0319-D18E-14B7-4B52ED6F3F14}"/>
              </a:ext>
            </a:extLst>
          </p:cNvPr>
          <p:cNvSpPr/>
          <p:nvPr/>
        </p:nvSpPr>
        <p:spPr>
          <a:xfrm>
            <a:off x="0" y="1"/>
            <a:ext cx="12192000" cy="591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DEVICE: NOTIFICA DEI NUOVI PRODOTTI IN PROMOZIONE</a:t>
            </a:r>
          </a:p>
        </p:txBody>
      </p:sp>
      <p:pic>
        <p:nvPicPr>
          <p:cNvPr id="9" name="Immagine 8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F90B6188-3A58-D31A-C22D-5638544B7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002" y="938439"/>
            <a:ext cx="2754015" cy="548397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F160E3C-DA76-EE77-6E65-7AA95454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67378" y="1414800"/>
            <a:ext cx="2232034" cy="4551434"/>
          </a:xfrm>
          <a:prstGeom prst="rect">
            <a:avLst/>
          </a:prstGeom>
        </p:spPr>
      </p:pic>
      <p:pic>
        <p:nvPicPr>
          <p:cNvPr id="3" name="Immagine 2" descr="Immagine che contiene smartphone, Cellulare, schermata, gadget&#10;&#10;Descrizione generata automaticamente">
            <a:extLst>
              <a:ext uri="{FF2B5EF4-FFF2-40B4-BE49-F238E27FC236}">
                <a16:creationId xmlns:a16="http://schemas.microsoft.com/office/drawing/2014/main" id="{256C2407-F1E6-AC99-C465-BFF4D25B2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985" y="938439"/>
            <a:ext cx="2754015" cy="548397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EA33FC7-E8C9-09AD-2977-DF0AE9CCBE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3796" y="1434980"/>
            <a:ext cx="2204393" cy="4531254"/>
          </a:xfrm>
          <a:prstGeom prst="rect">
            <a:avLst/>
          </a:prstGeom>
        </p:spPr>
      </p:pic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78224227-B9C7-40C8-DEAE-DEE0170BAB75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>
            <a:off x="5333017" y="3680428"/>
            <a:ext cx="15259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Immagine 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7118A79-934A-D5FE-C6C9-62621D08B6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85" y="842712"/>
            <a:ext cx="1144173" cy="1144173"/>
          </a:xfrm>
          <a:prstGeom prst="rect">
            <a:avLst/>
          </a:prstGeom>
        </p:spPr>
      </p:pic>
      <p:pic>
        <p:nvPicPr>
          <p:cNvPr id="8" name="Immagine 7" descr="Immagine che contiene nero, Elementi grafici, bianco e nero&#10;&#10;Descrizione generata automaticamente">
            <a:extLst>
              <a:ext uri="{FF2B5EF4-FFF2-40B4-BE49-F238E27FC236}">
                <a16:creationId xmlns:a16="http://schemas.microsoft.com/office/drawing/2014/main" id="{6E72827A-9138-ED35-1524-76597B8164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856" y="2680081"/>
            <a:ext cx="823962" cy="5081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5427177-0D67-198B-63D0-46D1E04DE2AE}"/>
              </a:ext>
            </a:extLst>
          </p:cNvPr>
          <p:cNvSpPr txBox="1"/>
          <p:nvPr/>
        </p:nvSpPr>
        <p:spPr>
          <a:xfrm>
            <a:off x="9782175" y="3357261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Nuovi prodotti in promozione!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834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423</Words>
  <Application>Microsoft Office PowerPoint</Application>
  <PresentationFormat>Widescreen</PresentationFormat>
  <Paragraphs>72</Paragraphs>
  <Slides>32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Artifakt Element Heavy</vt:lpstr>
      <vt:lpstr>Cambria Math</vt:lpstr>
      <vt:lpstr>Lato</vt:lpstr>
      <vt:lpstr>Tema di Office</vt:lpstr>
      <vt:lpstr>Handy shopping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Handy shopping</dc:title>
  <dc:creator>MARCO MARINO</dc:creator>
  <cp:lastModifiedBy>MARCO MARINO</cp:lastModifiedBy>
  <cp:revision>2</cp:revision>
  <dcterms:created xsi:type="dcterms:W3CDTF">2024-07-14T14:55:14Z</dcterms:created>
  <dcterms:modified xsi:type="dcterms:W3CDTF">2024-07-23T09:43:21Z</dcterms:modified>
</cp:coreProperties>
</file>